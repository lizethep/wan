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79" r:id="rId2"/>
    <p:sldId id="1194" r:id="rId3"/>
    <p:sldId id="498" r:id="rId4"/>
    <p:sldId id="1214" r:id="rId5"/>
    <p:sldId id="1213" r:id="rId6"/>
    <p:sldId id="1195" r:id="rId7"/>
    <p:sldId id="1200" r:id="rId8"/>
    <p:sldId id="1201" r:id="rId9"/>
    <p:sldId id="1203" r:id="rId10"/>
    <p:sldId id="1204" r:id="rId11"/>
    <p:sldId id="1205" r:id="rId12"/>
    <p:sldId id="1209" r:id="rId13"/>
    <p:sldId id="1206" r:id="rId14"/>
    <p:sldId id="1207" r:id="rId15"/>
    <p:sldId id="1208" r:id="rId16"/>
    <p:sldId id="1210" r:id="rId17"/>
    <p:sldId id="1211" r:id="rId18"/>
    <p:sldId id="1212" r:id="rId19"/>
    <p:sldId id="1198" r:id="rId2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6" autoAdjust="0"/>
    <p:restoredTop sz="93250" autoAdjust="0"/>
  </p:normalViewPr>
  <p:slideViewPr>
    <p:cSldViewPr>
      <p:cViewPr varScale="1">
        <p:scale>
          <a:sx n="77" d="100"/>
          <a:sy n="77" d="100"/>
        </p:scale>
        <p:origin x="95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5-11-04T16:49:06.230" v="0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5-11-04T16:49:06.230" v="0" actId="20577"/>
        <pc:sldMkLst>
          <pc:docMk/>
          <pc:sldMk cId="3094826" sldId="1213"/>
        </pc:sldMkLst>
        <pc:spChg chg="mod">
          <ac:chgData name="Lizethe Pérez Fuertes" userId="4ae9ef87-2a7d-42f8-8dfa-0a501a9e2ff4" providerId="ADAL" clId="{FDDD45CB-1330-4033-A842-3D2746AFF7C7}" dt="2025-11-04T16:49:06.230" v="0" actId="20577"/>
          <ac:spMkLst>
            <pc:docMk/>
            <pc:sldMk cId="3094826" sldId="121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7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349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99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798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281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45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16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9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00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005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69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59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36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36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98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47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48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04/11/2025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12112"/>
            <a:ext cx="6400800" cy="1249288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VPNs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 IPsec de sitio a sitio (LAN a LAN)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12" name="Imagen 11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F577C0C5-A309-BB6A-061C-20FFA356D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820" y="3140968"/>
            <a:ext cx="3240360" cy="33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5570" y="1268760"/>
            <a:ext cx="8676199" cy="1791776"/>
          </a:xfrm>
        </p:spPr>
        <p:txBody>
          <a:bodyPr/>
          <a:lstStyle/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VPNs IPsec de sitio a sitio (LAN a LAN)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la solución más versátil para el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cifrado de sitio a sitio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porque son la única solución que permite la interoperabilidad de múltiples proveedores. </a:t>
            </a: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difícil de administrar en redes grandes.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0053A9-C954-D220-8547-5064D845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 de sitio a sitio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(LAN a LAN)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0227FA-A4C0-583C-C265-1F5629238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3" y="3212976"/>
            <a:ext cx="8172400" cy="349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7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608347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13540" y="556079"/>
            <a:ext cx="6858004" cy="5745847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-1"/>
            <a:ext cx="6088748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4" name="Oval 3103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1301556" y="1609025"/>
            <a:ext cx="5005754" cy="3754316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58961" y="857251"/>
            <a:ext cx="4664686" cy="31601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Ejemplo</a:t>
            </a: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n-US" sz="4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configuración</a:t>
            </a: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n-US" sz="42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VPNs IPsec</a:t>
            </a:r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4354178"/>
            <a:ext cx="6088747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C589AA3B-D155-9016-470C-0AB583C7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35" y="2201119"/>
            <a:ext cx="2380365" cy="24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301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490239"/>
            <a:ext cx="7992888" cy="194421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1.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una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ACL para cifrar el tráfico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tráfico de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10.1.1.0/24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172.16.2.0/24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encriptado. El tráfico que no coincide con la lista de acceso no está encriptado para Internet.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47625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access-list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permit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10.1.1.0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0.0.0.255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172.16.2.0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0.0.0.255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26" y="3717032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0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556792"/>
            <a:ext cx="8352928" cy="4536504"/>
          </a:xfrm>
          <a:solidFill>
            <a:schemeClr val="bg1"/>
          </a:solidFill>
        </p:spPr>
        <p:txBody>
          <a:bodyPr/>
          <a:lstStyle/>
          <a:p>
            <a:pPr indent="0" algn="l">
              <a:lnSpc>
                <a:spcPts val="25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2.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Configure una política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mediante el comando:</a:t>
            </a:r>
          </a:p>
          <a:p>
            <a:pPr indent="0" algn="l">
              <a:spcBef>
                <a:spcPts val="1200"/>
              </a:spcBef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s-ES" sz="1600" i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Dentro del modo de configuración de la política ISAKMP, el cifrado, el hash, la autenticación y el grupo DH se pueden especificar con los siguientes comandos:</a:t>
            </a:r>
          </a:p>
          <a:p>
            <a:pPr marL="571440" indent="-28575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{des | 3des | aes | aes192 | aes 256}</a:t>
            </a:r>
          </a:p>
          <a:p>
            <a:pPr marL="571440" indent="-28575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sha256 | sha384 | md5}</a:t>
            </a:r>
          </a:p>
          <a:p>
            <a:pPr marL="571440" indent="-28575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rsa-sig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rsa-encr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pre-share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571440" indent="-285750" algn="l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{1 | 2 | 5 | 14 | 15 | 16 | 19 | 20 | 24}</a:t>
            </a:r>
          </a:p>
          <a:p>
            <a:pPr indent="0" algn="l">
              <a:lnSpc>
                <a:spcPts val="2500"/>
              </a:lnSpc>
              <a:spcBef>
                <a:spcPts val="1200"/>
              </a:spcBef>
            </a:pP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asigna una prioridad a la política, donde 1 es la prioridad más alta.</a:t>
            </a:r>
          </a:p>
          <a:p>
            <a:pPr indent="0" algn="l">
              <a:lnSpc>
                <a:spcPts val="2500"/>
              </a:lnSpc>
              <a:spcBef>
                <a:spcPts val="1200"/>
              </a:spcBef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algoritmo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 algoritmo matemático que transforma cualquier bloque de datos en una nueva serie de caracteres con una longitud fija.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09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4" y="3717031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143000"/>
            <a:ext cx="8064896" cy="3150096"/>
          </a:xfrm>
          <a:solidFill>
            <a:schemeClr val="bg1"/>
          </a:solidFill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2.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una política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las negociaciones de la Fase 1 para los túneles L2L. </a:t>
            </a:r>
          </a:p>
          <a:p>
            <a:pPr indent="0" algn="l">
              <a:lnSpc>
                <a:spcPct val="150000"/>
              </a:lnSpc>
              <a:spcBef>
                <a:spcPts val="0"/>
              </a:spcBef>
            </a:pPr>
            <a:endParaRPr lang="es-E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policy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sha256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pre-share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14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56998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484784"/>
            <a:ext cx="8064896" cy="1781944"/>
          </a:xfrm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3.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Especifique la clave 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pre-compartida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la dirección del par remoto para que coincida con el túnel L2L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vpnuser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0" y="3634656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0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844824"/>
            <a:ext cx="8064896" cy="1296145"/>
          </a:xfrm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4.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la política de Fase 2 para la negociación de IPsec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ipsec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transform-set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myset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esp-aes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esp-sha256-hmac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47239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717031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53468"/>
            <a:ext cx="8424936" cy="2419548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5.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criptográfico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Especifique una lista de control de acceso (ACL) y define la identidad del host IP remoto.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map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mymap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ipsec-isakmp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peer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10.0.0.2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transform-set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myset</a:t>
            </a:r>
            <a:endParaRPr lang="en-US" sz="1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002" y="10468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8962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4226" y="1354854"/>
            <a:ext cx="8456246" cy="1930130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6.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Aplicar el mapa criptográfico en la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de salida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RouterA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interface GigabitEthernet0/0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172.16.1.1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255.255.255.0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map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mymap</a:t>
            </a:r>
            <a:endParaRPr lang="en-US" sz="1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11854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409822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6866" y="1864398"/>
            <a:ext cx="7848872" cy="1143000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7.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una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por default hacia el ISP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la nube de Internet.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route 0.0.0.0 0.0.0.0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172.16.1.2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11854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222485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490239"/>
            <a:ext cx="7992888" cy="194421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1.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una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ACL para cifrar el tráfico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tráfico de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172.16.2.0/24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10.1.1.0/24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encriptado. El tráfico que no coincide con la lista de acceso no está encriptado para Internet.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47625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access-list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172.16.2.0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0.0.0.255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10.1.1.0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0.0.0.255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2" y="3593054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9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4" y="3717031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143000"/>
            <a:ext cx="8064896" cy="3078088"/>
          </a:xfrm>
          <a:solidFill>
            <a:schemeClr val="bg1"/>
          </a:solidFill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2.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una política </a:t>
            </a: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las negociaciones de la Fase 1 para los túneles L2L.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policy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 sha256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pre-share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14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672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7961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484784"/>
            <a:ext cx="8064896" cy="1781944"/>
          </a:xfrm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3.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Especifique la clave </a:t>
            </a:r>
            <a:r>
              <a:rPr lang="es-E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pre-compartida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la dirección del par remoto para que coincida con el túnel L2L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isakmp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vpnuser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172.16.1.1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0" y="3634656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7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844824"/>
            <a:ext cx="8064896" cy="1296145"/>
          </a:xfrm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4.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la política de Fase 2 para la negociación de IPsec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ipsec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transform-set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esp-aes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esp-sha256-hmac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47239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436" y="3495554"/>
            <a:ext cx="7218548" cy="27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53468"/>
            <a:ext cx="8424936" cy="2419548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5.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criptográfico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Especifique una lista de control de acceso (ACL) y define la identidad del host IP remoto.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map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mymap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ipsec-isakmp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peer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172.16.1.1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transform-set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myset</a:t>
            </a:r>
            <a:endParaRPr lang="en-US" sz="1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002" y="10468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22890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4226" y="1354854"/>
            <a:ext cx="8456246" cy="1930130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6.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Aplicar el mapa criptográfico en la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de salida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lang="es-E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RouterB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interface GigabitEthernet0/0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address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10.0.0.2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255.255.255.0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crypto map </a:t>
            </a:r>
            <a:r>
              <a:rPr lang="en-US" sz="1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mymap</a:t>
            </a:r>
            <a:endParaRPr lang="en-US" sz="1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11854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82643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ECCD68E-A742-9712-A768-7B1D784F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8" y="3850602"/>
            <a:ext cx="7218548" cy="279373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6866" y="1864398"/>
            <a:ext cx="7848872" cy="1143000"/>
          </a:xfrm>
          <a:solidFill>
            <a:schemeClr val="bg1"/>
          </a:solidFill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7.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una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por default hacia el ISP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la nube de Internet.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route 0.0.0.0 0.0.0.0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10.0.0.1</a:t>
            </a:r>
          </a:p>
          <a:p>
            <a:pPr lvl="1" indent="0">
              <a:lnSpc>
                <a:spcPts val="25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11854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VPNs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Ipsec</a:t>
            </a:r>
          </a:p>
          <a:p>
            <a:pPr>
              <a:spcBef>
                <a:spcPts val="0"/>
              </a:spcBef>
            </a:pP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Router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15582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5576" y="1628800"/>
            <a:ext cx="7488832" cy="3906150"/>
          </a:xfrm>
        </p:spPr>
        <p:txBody>
          <a:bodyPr/>
          <a:lstStyle/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comandos que pueden proporcionar información para verificar el funcionamiento de una VPN de sitio a sitio incluyen: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interface tunnel100 | include Tunnel protocol</a:t>
            </a: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ip ospf neighbor</a:t>
            </a: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ip route ospf</a:t>
            </a: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crypto isakmp sa</a:t>
            </a:r>
          </a:p>
          <a:p>
            <a:pPr marL="571440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crypto ipsec sa</a:t>
            </a:r>
          </a:p>
          <a:p>
            <a:pPr marL="571440" indent="-2857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indent="0" algn="l"/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EA93A1-625D-8017-C536-AA65F8791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692" y="332656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Verificar VPN de sitio a sitio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6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3123</TotalTime>
  <Words>803</Words>
  <Application>Microsoft Office PowerPoint</Application>
  <PresentationFormat>Presentación en pantalla (4:3)</PresentationFormat>
  <Paragraphs>133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Dom Casual</vt:lpstr>
      <vt:lpstr>Tema de Office</vt:lpstr>
      <vt:lpstr>TC 3003B Implementación de redes de área amplia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22</cp:revision>
  <dcterms:created xsi:type="dcterms:W3CDTF">2021-02-08T03:07:42Z</dcterms:created>
  <dcterms:modified xsi:type="dcterms:W3CDTF">2025-11-04T16:49:16Z</dcterms:modified>
</cp:coreProperties>
</file>