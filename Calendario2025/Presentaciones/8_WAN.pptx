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3"/>
  </p:notesMasterIdLst>
  <p:sldIdLst>
    <p:sldId id="379" r:id="rId2"/>
    <p:sldId id="493" r:id="rId3"/>
    <p:sldId id="498" r:id="rId4"/>
    <p:sldId id="349" r:id="rId5"/>
    <p:sldId id="350" r:id="rId6"/>
    <p:sldId id="381" r:id="rId7"/>
    <p:sldId id="509" r:id="rId8"/>
    <p:sldId id="500" r:id="rId9"/>
    <p:sldId id="496" r:id="rId10"/>
    <p:sldId id="397" r:id="rId11"/>
    <p:sldId id="398" r:id="rId12"/>
    <p:sldId id="384" r:id="rId13"/>
    <p:sldId id="385" r:id="rId14"/>
    <p:sldId id="386" r:id="rId15"/>
    <p:sldId id="387" r:id="rId16"/>
    <p:sldId id="388" r:id="rId17"/>
    <p:sldId id="389" r:id="rId18"/>
    <p:sldId id="495" r:id="rId19"/>
    <p:sldId id="502" r:id="rId20"/>
    <p:sldId id="392" r:id="rId21"/>
    <p:sldId id="393" r:id="rId22"/>
    <p:sldId id="394" r:id="rId23"/>
    <p:sldId id="395" r:id="rId24"/>
    <p:sldId id="501" r:id="rId25"/>
    <p:sldId id="494" r:id="rId26"/>
    <p:sldId id="400" r:id="rId27"/>
    <p:sldId id="510" r:id="rId28"/>
    <p:sldId id="401" r:id="rId29"/>
    <p:sldId id="404" r:id="rId30"/>
    <p:sldId id="511" r:id="rId31"/>
    <p:sldId id="409" r:id="rId32"/>
    <p:sldId id="411" r:id="rId33"/>
    <p:sldId id="408" r:id="rId34"/>
    <p:sldId id="412" r:id="rId35"/>
    <p:sldId id="508" r:id="rId36"/>
    <p:sldId id="423" r:id="rId37"/>
    <p:sldId id="421" r:id="rId38"/>
    <p:sldId id="422" r:id="rId39"/>
    <p:sldId id="424" r:id="rId40"/>
    <p:sldId id="425" r:id="rId41"/>
    <p:sldId id="426" r:id="rId42"/>
  </p:sldIdLst>
  <p:sldSz cx="9144000" cy="6858000" type="screen4x3"/>
  <p:notesSz cx="6858000" cy="9144000"/>
  <p:defaultTextStyle>
    <a:defPPr>
      <a:defRPr lang="es-MX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20"/>
    <p:restoredTop sz="93250" autoAdjust="0"/>
  </p:normalViewPr>
  <p:slideViewPr>
    <p:cSldViewPr>
      <p:cViewPr varScale="1">
        <p:scale>
          <a:sx n="107" d="100"/>
          <a:sy n="107" d="100"/>
        </p:scale>
        <p:origin x="1656" y="102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theme" Target="theme/theme1.xml"/><Relationship Id="rId20" Type="http://schemas.openxmlformats.org/officeDocument/2006/relationships/slide" Target="slides/slide19.xml"/><Relationship Id="rId41" Type="http://schemas.openxmlformats.org/officeDocument/2006/relationships/slide" Target="slides/slide40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Marcador de encabezado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MX" dirty="0"/>
          </a:p>
        </p:txBody>
      </p:sp>
      <p:sp>
        <p:nvSpPr>
          <p:cNvPr id="3" name="2 Marcador de fecha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D445F07-8756-451B-A938-0248325FC7BB}" type="datetimeFigureOut">
              <a:rPr lang="es-MX" smtClean="0"/>
              <a:t>03/04/2025</a:t>
            </a:fld>
            <a:endParaRPr lang="es-MX" dirty="0"/>
          </a:p>
        </p:txBody>
      </p:sp>
      <p:sp>
        <p:nvSpPr>
          <p:cNvPr id="4" name="3 Marcador de imagen de diapositiva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MX" dirty="0"/>
          </a:p>
        </p:txBody>
      </p:sp>
      <p:sp>
        <p:nvSpPr>
          <p:cNvPr id="5" name="4 Marcador de notas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6" name="5 Marcador de pie de página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MX" dirty="0"/>
          </a:p>
        </p:txBody>
      </p:sp>
      <p:sp>
        <p:nvSpPr>
          <p:cNvPr id="7" name="6 Marcador de número de diapositiva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993AEC0-242E-4FA7-9D3C-51E1036AC3CB}" type="slidenum">
              <a:rPr lang="es-MX" smtClean="0"/>
              <a:t>‹#›</a:t>
            </a:fld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381706671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Marcador de imagen de diapositiva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2 Marcador de nota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993AEC0-242E-4FA7-9D3C-51E1036AC3CB}" type="slidenum">
              <a:rPr lang="es-MX" smtClean="0"/>
              <a:t>1</a:t>
            </a:fld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181144871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993AEC0-242E-4FA7-9D3C-51E1036AC3CB}" type="slidenum">
              <a:rPr lang="es-MX" smtClean="0"/>
              <a:t>4</a:t>
            </a:fld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204801223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993AEC0-242E-4FA7-9D3C-51E1036AC3CB}" type="slidenum">
              <a:rPr lang="es-MX" smtClean="0"/>
              <a:t>5</a:t>
            </a:fld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132680695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394" name="1 Marcador de imagen de diapositiva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59395" name="2 Marcador de notas"/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s-MX" altLang="es-MX" dirty="0"/>
          </a:p>
        </p:txBody>
      </p:sp>
      <p:sp>
        <p:nvSpPr>
          <p:cNvPr id="59396" name="3 Marcador de número de diapositiva"/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itchFamily="18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itchFamily="18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itchFamily="18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itchFamily="18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itchFamily="18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itchFamily="18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itchFamily="18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itchFamily="18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itchFamily="18" charset="0"/>
              </a:defRPr>
            </a:lvl9pPr>
          </a:lstStyle>
          <a:p>
            <a:pPr>
              <a:spcBef>
                <a:spcPct val="0"/>
              </a:spcBef>
            </a:pPr>
            <a:fld id="{5FF36418-BE35-4379-AB8C-F4D62D4C09A6}" type="slidenum">
              <a:rPr lang="es-MX" altLang="es-MX" smtClean="0"/>
              <a:pPr>
                <a:spcBef>
                  <a:spcPct val="0"/>
                </a:spcBef>
              </a:pPr>
              <a:t>10</a:t>
            </a:fld>
            <a:endParaRPr lang="es-MX" altLang="es-MX" dirty="0"/>
          </a:p>
        </p:txBody>
      </p:sp>
    </p:spTree>
    <p:extLst>
      <p:ext uri="{BB962C8B-B14F-4D97-AF65-F5344CB8AC3E}">
        <p14:creationId xmlns:p14="http://schemas.microsoft.com/office/powerpoint/2010/main" val="267649697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418" name="1 Marcador de imagen de diapositiva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60419" name="2 Marcador de notas"/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s-MX" altLang="es-MX" dirty="0"/>
          </a:p>
        </p:txBody>
      </p:sp>
      <p:sp>
        <p:nvSpPr>
          <p:cNvPr id="60420" name="3 Marcador de número de diapositiva"/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itchFamily="18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itchFamily="18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itchFamily="18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itchFamily="18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itchFamily="18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itchFamily="18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itchFamily="18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itchFamily="18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itchFamily="18" charset="0"/>
              </a:defRPr>
            </a:lvl9pPr>
          </a:lstStyle>
          <a:p>
            <a:pPr>
              <a:spcBef>
                <a:spcPct val="0"/>
              </a:spcBef>
            </a:pPr>
            <a:fld id="{E70DD6A2-591C-4899-A79A-5C91AFB5796D}" type="slidenum">
              <a:rPr lang="es-MX" altLang="es-MX" smtClean="0"/>
              <a:pPr>
                <a:spcBef>
                  <a:spcPct val="0"/>
                </a:spcBef>
              </a:pPr>
              <a:t>11</a:t>
            </a:fld>
            <a:endParaRPr lang="es-MX" altLang="es-MX" dirty="0"/>
          </a:p>
        </p:txBody>
      </p:sp>
    </p:spTree>
    <p:extLst>
      <p:ext uri="{BB962C8B-B14F-4D97-AF65-F5344CB8AC3E}">
        <p14:creationId xmlns:p14="http://schemas.microsoft.com/office/powerpoint/2010/main" val="392933253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2 Subtítulo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s-ES"/>
              <a:t>Haga clic para modificar el estilo de subtítulo del patrón</a:t>
            </a:r>
            <a:endParaRPr lang="es-MX"/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75A0DC-66C6-4CEC-A5EB-F8C97CEC3796}" type="datetimeFigureOut">
              <a:rPr lang="es-MX" smtClean="0"/>
              <a:t>03/04/2025</a:t>
            </a:fld>
            <a:endParaRPr lang="es-MX" dirty="0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 dirty="0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77EE1E-7A06-4E7F-9AFB-189FC69B7B0C}" type="slidenum">
              <a:rPr lang="es-MX" smtClean="0"/>
              <a:t>‹#›</a:t>
            </a:fld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42313673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75A0DC-66C6-4CEC-A5EB-F8C97CEC3796}" type="datetimeFigureOut">
              <a:rPr lang="es-MX" smtClean="0"/>
              <a:t>03/04/2025</a:t>
            </a:fld>
            <a:endParaRPr lang="es-MX" dirty="0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 dirty="0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77EE1E-7A06-4E7F-9AFB-189FC69B7B0C}" type="slidenum">
              <a:rPr lang="es-MX" smtClean="0"/>
              <a:t>‹#›</a:t>
            </a:fld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57337933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2 Marcador de texto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75A0DC-66C6-4CEC-A5EB-F8C97CEC3796}" type="datetimeFigureOut">
              <a:rPr lang="es-MX" smtClean="0"/>
              <a:t>03/04/2025</a:t>
            </a:fld>
            <a:endParaRPr lang="es-MX" dirty="0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 dirty="0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77EE1E-7A06-4E7F-9AFB-189FC69B7B0C}" type="slidenum">
              <a:rPr lang="es-MX" smtClean="0"/>
              <a:t>‹#›</a:t>
            </a:fld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331278626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2 Marcador de contenido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4" name="3 Marcador de contenido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5" name="4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75A0DC-66C6-4CEC-A5EB-F8C97CEC3796}" type="datetimeFigureOut">
              <a:rPr lang="es-MX" smtClean="0"/>
              <a:t>03/04/2025</a:t>
            </a:fld>
            <a:endParaRPr lang="es-MX" dirty="0"/>
          </a:p>
        </p:txBody>
      </p:sp>
      <p:sp>
        <p:nvSpPr>
          <p:cNvPr id="6" name="5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 dirty="0"/>
          </a:p>
        </p:txBody>
      </p:sp>
      <p:sp>
        <p:nvSpPr>
          <p:cNvPr id="7" name="6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77EE1E-7A06-4E7F-9AFB-189FC69B7B0C}" type="slidenum">
              <a:rPr lang="es-MX" smtClean="0"/>
              <a:t>‹#›</a:t>
            </a:fld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34727605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2 Marcador de texto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4" name="3 Marcador de contenido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5" name="4 Marcador de texto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6" name="5 Marcador de contenido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7" name="6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75A0DC-66C6-4CEC-A5EB-F8C97CEC3796}" type="datetimeFigureOut">
              <a:rPr lang="es-MX" smtClean="0"/>
              <a:t>03/04/2025</a:t>
            </a:fld>
            <a:endParaRPr lang="es-MX" dirty="0"/>
          </a:p>
        </p:txBody>
      </p:sp>
      <p:sp>
        <p:nvSpPr>
          <p:cNvPr id="8" name="7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 dirty="0"/>
          </a:p>
        </p:txBody>
      </p:sp>
      <p:sp>
        <p:nvSpPr>
          <p:cNvPr id="9" name="8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77EE1E-7A06-4E7F-9AFB-189FC69B7B0C}" type="slidenum">
              <a:rPr lang="es-MX" smtClean="0"/>
              <a:t>‹#›</a:t>
            </a:fld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25791569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ó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2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75A0DC-66C6-4CEC-A5EB-F8C97CEC3796}" type="datetimeFigureOut">
              <a:rPr lang="es-MX" smtClean="0"/>
              <a:t>03/04/2025</a:t>
            </a:fld>
            <a:endParaRPr lang="es-MX" dirty="0"/>
          </a:p>
        </p:txBody>
      </p:sp>
      <p:sp>
        <p:nvSpPr>
          <p:cNvPr id="4" name="3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 dirty="0"/>
          </a:p>
        </p:txBody>
      </p:sp>
      <p:sp>
        <p:nvSpPr>
          <p:cNvPr id="5" name="4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77EE1E-7A06-4E7F-9AFB-189FC69B7B0C}" type="slidenum">
              <a:rPr lang="es-MX" smtClean="0"/>
              <a:t>‹#›</a:t>
            </a:fld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217974104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75A0DC-66C6-4CEC-A5EB-F8C97CEC3796}" type="datetimeFigureOut">
              <a:rPr lang="es-MX" smtClean="0"/>
              <a:t>03/04/2025</a:t>
            </a:fld>
            <a:endParaRPr lang="es-MX" dirty="0"/>
          </a:p>
        </p:txBody>
      </p:sp>
      <p:sp>
        <p:nvSpPr>
          <p:cNvPr id="3" name="2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 dirty="0"/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77EE1E-7A06-4E7F-9AFB-189FC69B7B0C}" type="slidenum">
              <a:rPr lang="es-MX" smtClean="0"/>
              <a:t>‹#›</a:t>
            </a:fld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292515084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4" name="3 Marcador de texto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5" name="4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75A0DC-66C6-4CEC-A5EB-F8C97CEC3796}" type="datetimeFigureOut">
              <a:rPr lang="es-MX" smtClean="0"/>
              <a:t>03/04/2025</a:t>
            </a:fld>
            <a:endParaRPr lang="es-MX" dirty="0"/>
          </a:p>
        </p:txBody>
      </p:sp>
      <p:sp>
        <p:nvSpPr>
          <p:cNvPr id="6" name="5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 dirty="0"/>
          </a:p>
        </p:txBody>
      </p:sp>
      <p:sp>
        <p:nvSpPr>
          <p:cNvPr id="7" name="6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77EE1E-7A06-4E7F-9AFB-189FC69B7B0C}" type="slidenum">
              <a:rPr lang="es-MX" smtClean="0"/>
              <a:t>‹#›</a:t>
            </a:fld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224470417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2 Marcador de posición de imagen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MX" dirty="0"/>
          </a:p>
        </p:txBody>
      </p:sp>
      <p:sp>
        <p:nvSpPr>
          <p:cNvPr id="4" name="3 Marcador de texto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5" name="4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75A0DC-66C6-4CEC-A5EB-F8C97CEC3796}" type="datetimeFigureOut">
              <a:rPr lang="es-MX" smtClean="0"/>
              <a:t>03/04/2025</a:t>
            </a:fld>
            <a:endParaRPr lang="es-MX" dirty="0"/>
          </a:p>
        </p:txBody>
      </p:sp>
      <p:sp>
        <p:nvSpPr>
          <p:cNvPr id="6" name="5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 dirty="0"/>
          </a:p>
        </p:txBody>
      </p:sp>
      <p:sp>
        <p:nvSpPr>
          <p:cNvPr id="7" name="6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77EE1E-7A06-4E7F-9AFB-189FC69B7B0C}" type="slidenum">
              <a:rPr lang="es-MX" smtClean="0"/>
              <a:t>‹#›</a:t>
            </a:fld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59592727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2 Marcador de texto vertical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75A0DC-66C6-4CEC-A5EB-F8C97CEC3796}" type="datetimeFigureOut">
              <a:rPr lang="es-MX" smtClean="0"/>
              <a:t>03/04/2025</a:t>
            </a:fld>
            <a:endParaRPr lang="es-MX" dirty="0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 dirty="0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77EE1E-7A06-4E7F-9AFB-189FC69B7B0C}" type="slidenum">
              <a:rPr lang="es-MX" smtClean="0"/>
              <a:t>‹#›</a:t>
            </a:fld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133289580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 vertical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2 Marcador de texto vertical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75A0DC-66C6-4CEC-A5EB-F8C97CEC3796}" type="datetimeFigureOut">
              <a:rPr lang="es-MX" smtClean="0"/>
              <a:t>03/04/2025</a:t>
            </a:fld>
            <a:endParaRPr lang="es-MX" dirty="0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 dirty="0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77EE1E-7A06-4E7F-9AFB-189FC69B7B0C}" type="slidenum">
              <a:rPr lang="es-MX" smtClean="0"/>
              <a:t>‹#›</a:t>
            </a:fld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87884157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Marcador de título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2 Marcador de texto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E75A0DC-66C6-4CEC-A5EB-F8C97CEC3796}" type="datetimeFigureOut">
              <a:rPr lang="es-MX" smtClean="0"/>
              <a:t>03/04/2025</a:t>
            </a:fld>
            <a:endParaRPr lang="es-MX" dirty="0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MX" dirty="0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077EE1E-7A06-4E7F-9AFB-189FC69B7B0C}" type="slidenum">
              <a:rPr lang="es-MX" smtClean="0"/>
              <a:t>‹#›</a:t>
            </a:fld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2017693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MX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g"/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g"/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45840" y="620688"/>
            <a:ext cx="7342584" cy="1470025"/>
          </a:xfrm>
        </p:spPr>
        <p:txBody>
          <a:bodyPr rtlCol="0">
            <a:normAutofit/>
          </a:bodyPr>
          <a:lstStyle/>
          <a:p>
            <a:pPr algn="l" eaLnBrk="1" fontAlgn="auto" hangingPunct="1">
              <a:spcAft>
                <a:spcPts val="0"/>
              </a:spcAft>
              <a:defRPr/>
            </a:pPr>
            <a:r>
              <a:rPr lang="es-MX" sz="3200" dirty="0">
                <a:solidFill>
                  <a:schemeClr val="bg2">
                    <a:lumMod val="50000"/>
                  </a:schemeClr>
                </a:solidFill>
              </a:rPr>
              <a:t>TC 3003B</a:t>
            </a:r>
            <a:br>
              <a:rPr lang="es-MX" sz="3200" dirty="0">
                <a:solidFill>
                  <a:schemeClr val="bg2">
                    <a:lumMod val="50000"/>
                  </a:schemeClr>
                </a:solidFill>
              </a:rPr>
            </a:br>
            <a:r>
              <a:rPr lang="es-MX" sz="3200" dirty="0">
                <a:solidFill>
                  <a:schemeClr val="bg2">
                    <a:lumMod val="50000"/>
                  </a:schemeClr>
                </a:solidFill>
              </a:rPr>
              <a:t>Implementación de redes de área amplia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376463"/>
            <a:ext cx="6400800" cy="1249288"/>
          </a:xfrm>
        </p:spPr>
        <p:txBody>
          <a:bodyPr rtlCol="0">
            <a:normAutofit/>
          </a:bodyPr>
          <a:lstStyle/>
          <a:p>
            <a:pPr eaLnBrk="1" fontAlgn="auto" hangingPunct="1">
              <a:spcAft>
                <a:spcPts val="0"/>
              </a:spcAft>
              <a:defRPr/>
            </a:pPr>
            <a:r>
              <a:rPr lang="es-MX" b="1" dirty="0">
                <a:solidFill>
                  <a:schemeClr val="accent4">
                    <a:lumMod val="50000"/>
                  </a:schemeClr>
                </a:solidFill>
              </a:rPr>
              <a:t>Redes de área amplia (WAN)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s-MX" sz="2000" dirty="0">
                <a:solidFill>
                  <a:schemeClr val="accent4">
                    <a:lumMod val="50000"/>
                  </a:schemeClr>
                </a:solidFill>
              </a:rPr>
              <a:t>ITESM Campus Querétaro</a:t>
            </a:r>
          </a:p>
        </p:txBody>
      </p:sp>
      <p:pic>
        <p:nvPicPr>
          <p:cNvPr id="10" name="Imagen 9" descr="Imagen que contiene interior, tabla, juguete, oficina&#10;&#10;Descripción generada automáticamente">
            <a:extLst>
              <a:ext uri="{FF2B5EF4-FFF2-40B4-BE49-F238E27FC236}">
                <a16:creationId xmlns:a16="http://schemas.microsoft.com/office/drawing/2014/main" id="{9B5C98AD-39F9-737B-9D19-EDB5C6CF6FB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86000" y="3501008"/>
            <a:ext cx="4572000" cy="2514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353245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n 6" descr="Una pantalla de una computadora&#10;&#10;Descripción generada automáticamente con confianza media">
            <a:extLst>
              <a:ext uri="{FF2B5EF4-FFF2-40B4-BE49-F238E27FC236}">
                <a16:creationId xmlns:a16="http://schemas.microsoft.com/office/drawing/2014/main" id="{069253FC-52A6-4B7E-B893-87B9E83FEFC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37062" y="2108950"/>
            <a:ext cx="4104456" cy="2815657"/>
          </a:xfrm>
          <a:prstGeom prst="rect">
            <a:avLst/>
          </a:prstGeom>
        </p:spPr>
      </p:pic>
      <p:sp>
        <p:nvSpPr>
          <p:cNvPr id="26629" name="Text Box 5"/>
          <p:cNvSpPr txBox="1">
            <a:spLocks noChangeArrowheads="1"/>
          </p:cNvSpPr>
          <p:nvPr/>
        </p:nvSpPr>
        <p:spPr bwMode="auto">
          <a:xfrm>
            <a:off x="971600" y="2016112"/>
            <a:ext cx="3456384" cy="226267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sz="1600">
                <a:solidFill>
                  <a:schemeClr val="tx1"/>
                </a:solidFill>
                <a:latin typeface="Times New Roman" pitchFamily="18" charset="0"/>
              </a:defRPr>
            </a:lvl1pPr>
            <a:lvl2pPr marL="742950" indent="-285750">
              <a:defRPr sz="1600">
                <a:solidFill>
                  <a:schemeClr val="tx1"/>
                </a:solidFill>
                <a:latin typeface="Times New Roman" pitchFamily="18" charset="0"/>
              </a:defRPr>
            </a:lvl2pPr>
            <a:lvl3pPr marL="1143000" indent="-228600">
              <a:defRPr sz="1600">
                <a:solidFill>
                  <a:schemeClr val="tx1"/>
                </a:solidFill>
                <a:latin typeface="Times New Roman" pitchFamily="18" charset="0"/>
              </a:defRPr>
            </a:lvl3pPr>
            <a:lvl4pPr marL="1600200" indent="-228600">
              <a:defRPr sz="1600">
                <a:solidFill>
                  <a:schemeClr val="tx1"/>
                </a:solidFill>
                <a:latin typeface="Times New Roman" pitchFamily="18" charset="0"/>
              </a:defRPr>
            </a:lvl4pPr>
            <a:lvl5pPr marL="2057400" indent="-228600">
              <a:defRPr sz="1600">
                <a:solidFill>
                  <a:schemeClr val="tx1"/>
                </a:solidFill>
                <a:latin typeface="Times New Roman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imes New Roman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imes New Roman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imes New Roman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imes New Roman" pitchFamily="18" charset="0"/>
              </a:defRPr>
            </a:lvl9pPr>
          </a:lstStyle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s-MX" dirty="0">
                <a:latin typeface="Arial" panose="020B0604020202020204" pitchFamily="34" charset="0"/>
                <a:cs typeface="Arial" panose="020B0604020202020204" pitchFamily="34" charset="0"/>
              </a:rPr>
              <a:t>Introducción a las WANs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s-MX" dirty="0">
                <a:latin typeface="Arial" panose="020B0604020202020204" pitchFamily="34" charset="0"/>
                <a:cs typeface="Arial" panose="020B0604020202020204" pitchFamily="34" charset="0"/>
              </a:rPr>
              <a:t>Líneas arrendadas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s-MX" dirty="0">
                <a:latin typeface="Arial" panose="020B0604020202020204" pitchFamily="34" charset="0"/>
                <a:cs typeface="Arial" panose="020B0604020202020204" pitchFamily="34" charset="0"/>
              </a:rPr>
              <a:t>VPNs 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s-MX" dirty="0">
                <a:latin typeface="Arial" panose="020B0604020202020204" pitchFamily="34" charset="0"/>
                <a:cs typeface="Arial" panose="020B0604020202020204" pitchFamily="34" charset="0"/>
              </a:rPr>
              <a:t>MPLS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s-MX" dirty="0">
                <a:latin typeface="Arial" panose="020B0604020202020204" pitchFamily="34" charset="0"/>
                <a:cs typeface="Arial" panose="020B0604020202020204" pitchFamily="34" charset="0"/>
              </a:rPr>
              <a:t>Tecnologías de acceso a Internet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s-MX" dirty="0">
                <a:latin typeface="Arial" panose="020B0604020202020204" pitchFamily="34" charset="0"/>
                <a:cs typeface="Arial" panose="020B0604020202020204" pitchFamily="34" charset="0"/>
              </a:rPr>
              <a:t>Conexiones redundantes</a:t>
            </a:r>
          </a:p>
        </p:txBody>
      </p:sp>
      <p:sp>
        <p:nvSpPr>
          <p:cNvPr id="3078" name="Text Box 6"/>
          <p:cNvSpPr txBox="1">
            <a:spLocks noChangeArrowheads="1"/>
          </p:cNvSpPr>
          <p:nvPr/>
        </p:nvSpPr>
        <p:spPr bwMode="auto">
          <a:xfrm>
            <a:off x="792025" y="692696"/>
            <a:ext cx="7539037" cy="584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sz="1600">
                <a:solidFill>
                  <a:schemeClr val="tx1"/>
                </a:solidFill>
                <a:latin typeface="Times New Roman" pitchFamily="18" charset="0"/>
              </a:defRPr>
            </a:lvl1pPr>
            <a:lvl2pPr marL="742950" indent="-285750">
              <a:defRPr sz="1600">
                <a:solidFill>
                  <a:schemeClr val="tx1"/>
                </a:solidFill>
                <a:latin typeface="Times New Roman" pitchFamily="18" charset="0"/>
              </a:defRPr>
            </a:lvl2pPr>
            <a:lvl3pPr marL="1143000" indent="-228600">
              <a:defRPr sz="1600">
                <a:solidFill>
                  <a:schemeClr val="tx1"/>
                </a:solidFill>
                <a:latin typeface="Times New Roman" pitchFamily="18" charset="0"/>
              </a:defRPr>
            </a:lvl3pPr>
            <a:lvl4pPr marL="1600200" indent="-228600">
              <a:defRPr sz="1600">
                <a:solidFill>
                  <a:schemeClr val="tx1"/>
                </a:solidFill>
                <a:latin typeface="Times New Roman" pitchFamily="18" charset="0"/>
              </a:defRPr>
            </a:lvl4pPr>
            <a:lvl5pPr marL="2057400" indent="-228600">
              <a:defRPr sz="1600">
                <a:solidFill>
                  <a:schemeClr val="tx1"/>
                </a:solidFill>
                <a:latin typeface="Times New Roman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imes New Roman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imes New Roman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imes New Roman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imes New Roman" pitchFamily="18" charset="0"/>
              </a:defRPr>
            </a:lvl9pPr>
          </a:lstStyle>
          <a:p>
            <a:pPr algn="ctr">
              <a:spcBef>
                <a:spcPct val="50000"/>
              </a:spcBef>
            </a:pPr>
            <a:r>
              <a:rPr lang="es-MX" sz="3200" b="1" dirty="0">
                <a:solidFill>
                  <a:schemeClr val="accent4">
                    <a:lumMod val="50000"/>
                  </a:schemeClr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Dom Casual" charset="0"/>
                <a:ea typeface="+mj-ea"/>
                <a:cs typeface="+mj-cs"/>
              </a:rPr>
              <a:t>Agenda de esta sesión</a:t>
            </a:r>
          </a:p>
        </p:txBody>
      </p:sp>
    </p:spTree>
    <p:extLst>
      <p:ext uri="{BB962C8B-B14F-4D97-AF65-F5344CB8AC3E}">
        <p14:creationId xmlns:p14="http://schemas.microsoft.com/office/powerpoint/2010/main" val="1009664677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4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7" dur="500"/>
                                        <p:tgtEl>
                                          <p:spTgt spid="266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629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083" name="Rectangle 3082">
            <a:extLst>
              <a:ext uri="{FF2B5EF4-FFF2-40B4-BE49-F238E27FC236}">
                <a16:creationId xmlns:a16="http://schemas.microsoft.com/office/drawing/2014/main" id="{F0A604E4-7307-451C-93BE-F1F7E1BF3B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914400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085" name="Rectangle 3084">
            <a:extLst>
              <a:ext uri="{FF2B5EF4-FFF2-40B4-BE49-F238E27FC236}">
                <a16:creationId xmlns:a16="http://schemas.microsoft.com/office/drawing/2014/main" id="{F7F3A0AA-35E5-4085-942B-73783903060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0" y="5282344"/>
            <a:ext cx="9143997" cy="1590742"/>
          </a:xfrm>
          <a:prstGeom prst="rect">
            <a:avLst/>
          </a:prstGeom>
          <a:gradFill>
            <a:gsLst>
              <a:gs pos="34000">
                <a:srgbClr val="000000">
                  <a:alpha val="96000"/>
                </a:srgbClr>
              </a:gs>
              <a:gs pos="100000">
                <a:schemeClr val="accent1"/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087" name="Rectangle 3086">
            <a:extLst>
              <a:ext uri="{FF2B5EF4-FFF2-40B4-BE49-F238E27FC236}">
                <a16:creationId xmlns:a16="http://schemas.microsoft.com/office/drawing/2014/main" id="{402F5C38-C747-4173-ABBF-656E39E8213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3" y="5282344"/>
            <a:ext cx="6086475" cy="1590742"/>
          </a:xfrm>
          <a:prstGeom prst="rect">
            <a:avLst/>
          </a:prstGeom>
          <a:gradFill>
            <a:gsLst>
              <a:gs pos="28000">
                <a:schemeClr val="accent1">
                  <a:lumMod val="75000"/>
                  <a:alpha val="59000"/>
                </a:schemeClr>
              </a:gs>
              <a:gs pos="100000">
                <a:srgbClr val="000000">
                  <a:alpha val="70000"/>
                </a:srgb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089" name="Rectangle 3088">
            <a:extLst>
              <a:ext uri="{FF2B5EF4-FFF2-40B4-BE49-F238E27FC236}">
                <a16:creationId xmlns:a16="http://schemas.microsoft.com/office/drawing/2014/main" id="{E37EECFC-A684-4391-AE85-4CDAF5565F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3" y="5282344"/>
            <a:ext cx="9143998" cy="1590742"/>
          </a:xfrm>
          <a:prstGeom prst="rect">
            <a:avLst/>
          </a:prstGeom>
          <a:gradFill>
            <a:gsLst>
              <a:gs pos="0">
                <a:srgbClr val="000000">
                  <a:alpha val="71765"/>
                </a:srgbClr>
              </a:gs>
              <a:gs pos="100000">
                <a:schemeClr val="accent1">
                  <a:alpha val="0"/>
                </a:schemeClr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078" name="Text Box 6"/>
          <p:cNvSpPr txBox="1">
            <a:spLocks noChangeArrowheads="1"/>
          </p:cNvSpPr>
          <p:nvPr/>
        </p:nvSpPr>
        <p:spPr bwMode="auto">
          <a:xfrm>
            <a:off x="524785" y="5490971"/>
            <a:ext cx="5221554" cy="1159200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lIns="91440" tIns="45720" rIns="91440" bIns="45720" rtlCol="0" anchor="ctr">
            <a:normAutofit/>
          </a:bodyPr>
          <a:lstStyle>
            <a:lvl1pPr>
              <a:defRPr sz="1600">
                <a:solidFill>
                  <a:schemeClr val="tx1"/>
                </a:solidFill>
                <a:latin typeface="Times New Roman" pitchFamily="18" charset="0"/>
              </a:defRPr>
            </a:lvl1pPr>
            <a:lvl2pPr marL="742950" indent="-285750">
              <a:defRPr sz="1600">
                <a:solidFill>
                  <a:schemeClr val="tx1"/>
                </a:solidFill>
                <a:latin typeface="Times New Roman" pitchFamily="18" charset="0"/>
              </a:defRPr>
            </a:lvl2pPr>
            <a:lvl3pPr marL="1143000" indent="-228600">
              <a:defRPr sz="1600">
                <a:solidFill>
                  <a:schemeClr val="tx1"/>
                </a:solidFill>
                <a:latin typeface="Times New Roman" pitchFamily="18" charset="0"/>
              </a:defRPr>
            </a:lvl3pPr>
            <a:lvl4pPr marL="1600200" indent="-228600">
              <a:defRPr sz="1600">
                <a:solidFill>
                  <a:schemeClr val="tx1"/>
                </a:solidFill>
                <a:latin typeface="Times New Roman" pitchFamily="18" charset="0"/>
              </a:defRPr>
            </a:lvl4pPr>
            <a:lvl5pPr marL="2057400" indent="-228600">
              <a:defRPr sz="1600">
                <a:solidFill>
                  <a:schemeClr val="tx1"/>
                </a:solidFill>
                <a:latin typeface="Times New Roman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imes New Roman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imes New Roman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imes New Roman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imes New Roman" pitchFamily="18" charset="0"/>
              </a:defRPr>
            </a:lvl9pPr>
          </a:lstStyle>
          <a:p>
            <a:pPr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3500" b="1" kern="1200" dirty="0">
                <a:solidFill>
                  <a:srgbClr val="FFFFFF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+mj-lt"/>
                <a:ea typeface="+mj-ea"/>
                <a:cs typeface="+mj-cs"/>
              </a:rPr>
              <a:t>Introducción a las redes WAN</a:t>
            </a:r>
          </a:p>
        </p:txBody>
      </p:sp>
      <p:pic>
        <p:nvPicPr>
          <p:cNvPr id="2" name="Imagen 1" descr="Imagen que contiene interior, tabla, juguete, oficina&#10;&#10;Descripción generada automáticamente">
            <a:extLst>
              <a:ext uri="{FF2B5EF4-FFF2-40B4-BE49-F238E27FC236}">
                <a16:creationId xmlns:a16="http://schemas.microsoft.com/office/drawing/2014/main" id="{B2AF0578-7021-D8BC-DED0-E29F8FDE43A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8447" y="390832"/>
            <a:ext cx="8216570" cy="45191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43230122"/>
      </p:ext>
    </p:extLst>
  </p:cSld>
  <p:clrMapOvr>
    <a:masterClrMapping/>
  </p:clrMapOvr>
  <p:transition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9" name="Text Box 3"/>
          <p:cNvSpPr txBox="1">
            <a:spLocks noChangeArrowheads="1"/>
          </p:cNvSpPr>
          <p:nvPr/>
        </p:nvSpPr>
        <p:spPr bwMode="auto">
          <a:xfrm>
            <a:off x="899592" y="2210466"/>
            <a:ext cx="7776864" cy="150656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algn="ctr">
              <a:lnSpc>
                <a:spcPct val="150000"/>
              </a:lnSpc>
              <a:spcBef>
                <a:spcPts val="600"/>
              </a:spcBef>
            </a:pPr>
            <a:r>
              <a:rPr lang="es-MX" sz="2000" dirty="0">
                <a:solidFill>
                  <a:schemeClr val="bg2">
                    <a:lumMod val="25000"/>
                  </a:schemeClr>
                </a:solidFill>
                <a:latin typeface="+mn-lt"/>
              </a:rPr>
              <a:t>La conexión se hace por medio de microondas, enlaces dedicados digitales, como fibra óptica, o por Internet.</a:t>
            </a:r>
          </a:p>
          <a:p>
            <a:pPr marL="342900" indent="-342900" algn="just">
              <a:lnSpc>
                <a:spcPct val="150000"/>
              </a:lnSpc>
              <a:spcBef>
                <a:spcPts val="600"/>
              </a:spcBef>
              <a:buFont typeface="Arial" panose="020B0604020202020204" pitchFamily="34" charset="0"/>
              <a:buChar char="•"/>
            </a:pPr>
            <a:endParaRPr lang="es-MX" sz="2000" dirty="0">
              <a:solidFill>
                <a:schemeClr val="bg2">
                  <a:lumMod val="25000"/>
                </a:schemeClr>
              </a:solidFill>
              <a:latin typeface="+mn-lt"/>
            </a:endParaRPr>
          </a:p>
        </p:txBody>
      </p:sp>
      <p:sp>
        <p:nvSpPr>
          <p:cNvPr id="5" name="Rectangle 2"/>
          <p:cNvSpPr txBox="1">
            <a:spLocks noChangeArrowheads="1"/>
          </p:cNvSpPr>
          <p:nvPr/>
        </p:nvSpPr>
        <p:spPr>
          <a:xfrm>
            <a:off x="35496" y="44624"/>
            <a:ext cx="8964488" cy="1503040"/>
          </a:xfrm>
          <a:prstGeom prst="rect">
            <a:avLst/>
          </a:prstGeom>
        </p:spPr>
        <p:txBody>
          <a:bodyPr vert="horz" lIns="92075" tIns="46038" rIns="92075" bIns="46038" rtlCol="0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ts val="4000"/>
              </a:lnSpc>
              <a:defRPr/>
            </a:pPr>
            <a:r>
              <a:rPr lang="es-ES_tradnl" sz="3200" dirty="0">
                <a:solidFill>
                  <a:srgbClr val="3333CC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Dom Casual" charset="0"/>
              </a:rPr>
              <a:t> </a:t>
            </a:r>
            <a:r>
              <a:rPr lang="es-ES_tradnl" sz="3200" b="1" dirty="0">
                <a:solidFill>
                  <a:schemeClr val="accent4">
                    <a:lumMod val="50000"/>
                  </a:schemeClr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Dom Casual" charset="0"/>
              </a:rPr>
              <a:t>Redes de Área Amplia (WAN)</a:t>
            </a:r>
          </a:p>
          <a:p>
            <a:pPr>
              <a:lnSpc>
                <a:spcPts val="4000"/>
              </a:lnSpc>
              <a:defRPr/>
            </a:pPr>
            <a:r>
              <a:rPr lang="es-MX" sz="2400" b="1" dirty="0">
                <a:solidFill>
                  <a:schemeClr val="accent3">
                    <a:lumMod val="75000"/>
                  </a:schemeClr>
                </a:solidFill>
              </a:rPr>
              <a:t>(Wide Area Network)</a:t>
            </a:r>
            <a:endParaRPr lang="es-ES_tradnl" sz="3200" b="1" dirty="0">
              <a:solidFill>
                <a:schemeClr val="accent3">
                  <a:lumMod val="75000"/>
                </a:schemeClr>
              </a:solidFill>
              <a:effectLst>
                <a:outerShdw blurRad="38100" dist="38100" dir="2700000" algn="tl">
                  <a:srgbClr val="C0C0C0"/>
                </a:outerShdw>
              </a:effectLst>
              <a:latin typeface="Dom Casual" charset="0"/>
            </a:endParaRPr>
          </a:p>
        </p:txBody>
      </p:sp>
      <p:pic>
        <p:nvPicPr>
          <p:cNvPr id="2" name="Imagen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8707" y="3501008"/>
            <a:ext cx="6982570" cy="2506900"/>
          </a:xfrm>
          <a:prstGeom prst="rect">
            <a:avLst/>
          </a:prstGeom>
        </p:spPr>
      </p:pic>
      <p:sp>
        <p:nvSpPr>
          <p:cNvPr id="6" name="Text Box 3"/>
          <p:cNvSpPr txBox="1">
            <a:spLocks noChangeArrowheads="1"/>
          </p:cNvSpPr>
          <p:nvPr/>
        </p:nvSpPr>
        <p:spPr bwMode="auto">
          <a:xfrm>
            <a:off x="144016" y="1482548"/>
            <a:ext cx="8855968" cy="50629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algn="ctr">
              <a:lnSpc>
                <a:spcPct val="150000"/>
              </a:lnSpc>
              <a:spcBef>
                <a:spcPts val="600"/>
              </a:spcBef>
            </a:pPr>
            <a:r>
              <a:rPr lang="es-MX" sz="2000" b="1" dirty="0">
                <a:solidFill>
                  <a:schemeClr val="accent5">
                    <a:lumMod val="75000"/>
                  </a:schemeClr>
                </a:solidFill>
                <a:latin typeface="+mn-lt"/>
              </a:rPr>
              <a:t>Enlazan dos o más redes LAN en diferentes lugares geográficos. </a:t>
            </a:r>
          </a:p>
        </p:txBody>
      </p:sp>
    </p:spTree>
    <p:extLst>
      <p:ext uri="{BB962C8B-B14F-4D97-AF65-F5344CB8AC3E}">
        <p14:creationId xmlns:p14="http://schemas.microsoft.com/office/powerpoint/2010/main" val="31000013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099" grpId="0"/>
      <p:bldP spid="6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0152" y="4479300"/>
            <a:ext cx="2647960" cy="2185327"/>
          </a:xfrm>
          <a:prstGeom prst="rect">
            <a:avLst/>
          </a:prstGeom>
        </p:spPr>
      </p:pic>
      <p:sp>
        <p:nvSpPr>
          <p:cNvPr id="6" name="Rectangle 3"/>
          <p:cNvSpPr txBox="1">
            <a:spLocks noChangeArrowheads="1"/>
          </p:cNvSpPr>
          <p:nvPr/>
        </p:nvSpPr>
        <p:spPr bwMode="auto">
          <a:xfrm>
            <a:off x="372919" y="1286036"/>
            <a:ext cx="8398162" cy="379322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2075" tIns="46038" rIns="92075" bIns="46038"/>
          <a:lstStyle>
            <a:lvl1pPr marL="342900" indent="-342900">
              <a:defRPr sz="1600">
                <a:solidFill>
                  <a:schemeClr val="tx1"/>
                </a:solidFill>
                <a:latin typeface="Times New Roman" pitchFamily="18" charset="0"/>
              </a:defRPr>
            </a:lvl1pPr>
            <a:lvl2pPr marL="742950" indent="-285750">
              <a:defRPr sz="1600">
                <a:solidFill>
                  <a:schemeClr val="tx1"/>
                </a:solidFill>
                <a:latin typeface="Times New Roman" pitchFamily="18" charset="0"/>
              </a:defRPr>
            </a:lvl2pPr>
            <a:lvl3pPr marL="1143000" indent="-228600">
              <a:defRPr sz="1600">
                <a:solidFill>
                  <a:schemeClr val="tx1"/>
                </a:solidFill>
                <a:latin typeface="Times New Roman" pitchFamily="18" charset="0"/>
              </a:defRPr>
            </a:lvl3pPr>
            <a:lvl4pPr marL="1600200" indent="-228600">
              <a:defRPr sz="1600">
                <a:solidFill>
                  <a:schemeClr val="tx1"/>
                </a:solidFill>
                <a:latin typeface="Times New Roman" pitchFamily="18" charset="0"/>
              </a:defRPr>
            </a:lvl4pPr>
            <a:lvl5pPr marL="2057400" indent="-228600">
              <a:defRPr sz="1600">
                <a:solidFill>
                  <a:schemeClr val="tx1"/>
                </a:solidFill>
                <a:latin typeface="Times New Roman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imes New Roman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imes New Roman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imes New Roman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imes New Roman" pitchFamily="18" charset="0"/>
              </a:defRPr>
            </a:lvl9pPr>
          </a:lstStyle>
          <a:p>
            <a:pPr algn="just">
              <a:lnSpc>
                <a:spcPct val="150000"/>
              </a:lnSpc>
              <a:spcBef>
                <a:spcPts val="1200"/>
              </a:spcBef>
              <a:buClr>
                <a:schemeClr val="tx2"/>
              </a:buClr>
              <a:buSzPct val="70000"/>
              <a:buFont typeface="Wingdings" pitchFamily="2" charset="2"/>
              <a:buChar char="¡"/>
            </a:pPr>
            <a:r>
              <a:rPr lang="es-ES" sz="1800" dirty="0">
                <a:solidFill>
                  <a:schemeClr val="bg2">
                    <a:lumMod val="25000"/>
                  </a:schemeClr>
                </a:solidFill>
                <a:latin typeface="+mn-lt"/>
              </a:rPr>
              <a:t>Se extienden sobre una </a:t>
            </a:r>
            <a:r>
              <a:rPr lang="es-ES" sz="1800" b="1" dirty="0">
                <a:solidFill>
                  <a:schemeClr val="accent6">
                    <a:lumMod val="75000"/>
                  </a:schemeClr>
                </a:solidFill>
                <a:latin typeface="+mn-lt"/>
              </a:rPr>
              <a:t>gran área geográfica</a:t>
            </a:r>
            <a:r>
              <a:rPr lang="es-ES" sz="1800" dirty="0">
                <a:solidFill>
                  <a:schemeClr val="bg2">
                    <a:lumMod val="25000"/>
                  </a:schemeClr>
                </a:solidFill>
                <a:latin typeface="+mn-lt"/>
              </a:rPr>
              <a:t>. Por ejemplo: Entre ciudades, países y continentes.</a:t>
            </a:r>
            <a:r>
              <a:rPr lang="es-MX" sz="1800" dirty="0">
                <a:solidFill>
                  <a:schemeClr val="bg2">
                    <a:lumMod val="25000"/>
                  </a:schemeClr>
                </a:solidFill>
                <a:latin typeface="+mn-lt"/>
              </a:rPr>
              <a:t> </a:t>
            </a:r>
          </a:p>
          <a:p>
            <a:pPr algn="just">
              <a:lnSpc>
                <a:spcPct val="150000"/>
              </a:lnSpc>
              <a:spcBef>
                <a:spcPts val="1200"/>
              </a:spcBef>
              <a:buClr>
                <a:schemeClr val="tx2"/>
              </a:buClr>
              <a:buSzPct val="70000"/>
              <a:buFont typeface="Wingdings" pitchFamily="2" charset="2"/>
              <a:buChar char="¡"/>
            </a:pPr>
            <a:r>
              <a:rPr lang="es-MX" sz="1800" dirty="0">
                <a:solidFill>
                  <a:schemeClr val="bg2">
                    <a:lumMod val="25000"/>
                  </a:schemeClr>
                </a:solidFill>
                <a:latin typeface="+mn-lt"/>
              </a:rPr>
              <a:t>Su tamaño puede oscilar entre </a:t>
            </a:r>
            <a:r>
              <a:rPr lang="es-MX" sz="1800" b="1" dirty="0">
                <a:solidFill>
                  <a:schemeClr val="accent6">
                    <a:lumMod val="75000"/>
                  </a:schemeClr>
                </a:solidFill>
                <a:latin typeface="+mn-lt"/>
              </a:rPr>
              <a:t>100 y 1000 kilómetros. </a:t>
            </a:r>
            <a:endParaRPr lang="es-ES_tradnl" sz="1800" b="1" dirty="0">
              <a:solidFill>
                <a:schemeClr val="accent6">
                  <a:lumMod val="75000"/>
                </a:schemeClr>
              </a:solidFill>
              <a:latin typeface="+mn-lt"/>
            </a:endParaRPr>
          </a:p>
          <a:p>
            <a:pPr algn="just">
              <a:lnSpc>
                <a:spcPct val="150000"/>
              </a:lnSpc>
              <a:spcBef>
                <a:spcPts val="1200"/>
              </a:spcBef>
              <a:buClr>
                <a:schemeClr val="tx2"/>
              </a:buClr>
              <a:buSzPct val="70000"/>
              <a:buFont typeface="Wingdings" pitchFamily="2" charset="2"/>
              <a:buChar char="¡"/>
            </a:pPr>
            <a:r>
              <a:rPr lang="es-MX" sz="1800" dirty="0">
                <a:solidFill>
                  <a:schemeClr val="bg2">
                    <a:lumMod val="25000"/>
                  </a:schemeClr>
                </a:solidFill>
                <a:latin typeface="+mn-lt"/>
              </a:rPr>
              <a:t>Se utilizan para conectar </a:t>
            </a:r>
            <a:r>
              <a:rPr lang="es-MX" sz="1800" b="1" dirty="0">
                <a:solidFill>
                  <a:schemeClr val="accent6">
                    <a:lumMod val="75000"/>
                  </a:schemeClr>
                </a:solidFill>
                <a:latin typeface="+mn-lt"/>
              </a:rPr>
              <a:t>LANs geográficamente distantes</a:t>
            </a:r>
            <a:r>
              <a:rPr lang="es-MX" sz="1800" dirty="0">
                <a:solidFill>
                  <a:schemeClr val="bg2">
                    <a:lumMod val="25000"/>
                  </a:schemeClr>
                </a:solidFill>
                <a:latin typeface="+mn-lt"/>
              </a:rPr>
              <a:t>. </a:t>
            </a:r>
            <a:r>
              <a:rPr lang="es-ES" sz="1800" dirty="0">
                <a:solidFill>
                  <a:schemeClr val="bg2">
                    <a:lumMod val="25000"/>
                  </a:schemeClr>
                </a:solidFill>
                <a:latin typeface="+mn-lt"/>
              </a:rPr>
              <a:t>Por ejemplo, para conectar dos oficinas que se encuentran en diferentes ciudades o países.</a:t>
            </a:r>
            <a:endParaRPr lang="es-MX" sz="1800" dirty="0">
              <a:solidFill>
                <a:schemeClr val="bg2">
                  <a:lumMod val="25000"/>
                </a:schemeClr>
              </a:solidFill>
              <a:latin typeface="+mn-lt"/>
            </a:endParaRPr>
          </a:p>
          <a:p>
            <a:pPr algn="just">
              <a:lnSpc>
                <a:spcPct val="150000"/>
              </a:lnSpc>
              <a:spcBef>
                <a:spcPts val="1200"/>
              </a:spcBef>
              <a:buClr>
                <a:schemeClr val="tx2"/>
              </a:buClr>
              <a:buSzPct val="70000"/>
              <a:buFont typeface="Wingdings" pitchFamily="2" charset="2"/>
              <a:buChar char="¡"/>
            </a:pPr>
            <a:r>
              <a:rPr lang="es-MX" sz="1800" dirty="0">
                <a:solidFill>
                  <a:schemeClr val="bg2">
                    <a:lumMod val="25000"/>
                  </a:schemeClr>
                </a:solidFill>
                <a:latin typeface="+mn-lt"/>
              </a:rPr>
              <a:t>Suelen pertenecer a una organización. Son similares a un sistema bancario, donde cientos de sucursales en diferentes ciudades están conectadas entre sí para compartir sus datos oficiales.</a:t>
            </a:r>
          </a:p>
        </p:txBody>
      </p:sp>
      <p:sp>
        <p:nvSpPr>
          <p:cNvPr id="7" name="Rectangle 6"/>
          <p:cNvSpPr>
            <a:spLocks noChangeArrowheads="1"/>
          </p:cNvSpPr>
          <p:nvPr/>
        </p:nvSpPr>
        <p:spPr bwMode="auto">
          <a:xfrm>
            <a:off x="372919" y="5079258"/>
            <a:ext cx="5063177" cy="132128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2075" tIns="46038" rIns="92075" bIns="46038"/>
          <a:lstStyle/>
          <a:p>
            <a:pPr marL="342900" lvl="1" indent="-342900">
              <a:lnSpc>
                <a:spcPct val="150000"/>
              </a:lnSpc>
              <a:spcBef>
                <a:spcPts val="1200"/>
              </a:spcBef>
              <a:buClr>
                <a:schemeClr val="tx2"/>
              </a:buClr>
              <a:buSzPct val="70000"/>
              <a:buFont typeface="Wingdings" pitchFamily="2" charset="2"/>
              <a:buChar char="¡"/>
            </a:pPr>
            <a:r>
              <a:rPr lang="es-ES" dirty="0">
                <a:solidFill>
                  <a:schemeClr val="bg2">
                    <a:lumMod val="25000"/>
                  </a:schemeClr>
                </a:solidFill>
              </a:rPr>
              <a:t>Utilizan una </a:t>
            </a:r>
            <a:r>
              <a:rPr lang="es-ES" b="1" dirty="0">
                <a:solidFill>
                  <a:schemeClr val="accent6">
                    <a:lumMod val="75000"/>
                  </a:schemeClr>
                </a:solidFill>
              </a:rPr>
              <a:t>velocidad de transmisión más baja </a:t>
            </a:r>
            <a:r>
              <a:rPr lang="es-ES" dirty="0">
                <a:solidFill>
                  <a:schemeClr val="bg2">
                    <a:lumMod val="25000"/>
                  </a:schemeClr>
                </a:solidFill>
              </a:rPr>
              <a:t>que las redes de área</a:t>
            </a:r>
            <a:r>
              <a:rPr lang="es-ES_tradnl" dirty="0">
                <a:solidFill>
                  <a:schemeClr val="bg2">
                    <a:lumMod val="25000"/>
                  </a:schemeClr>
                </a:solidFill>
              </a:rPr>
              <a:t> </a:t>
            </a:r>
            <a:r>
              <a:rPr lang="es-ES" dirty="0">
                <a:solidFill>
                  <a:schemeClr val="bg2">
                    <a:lumMod val="25000"/>
                  </a:schemeClr>
                </a:solidFill>
              </a:rPr>
              <a:t>local.</a:t>
            </a:r>
          </a:p>
        </p:txBody>
      </p:sp>
      <p:sp>
        <p:nvSpPr>
          <p:cNvPr id="2" name="Rectangle 2">
            <a:extLst>
              <a:ext uri="{FF2B5EF4-FFF2-40B4-BE49-F238E27FC236}">
                <a16:creationId xmlns:a16="http://schemas.microsoft.com/office/drawing/2014/main" id="{C951720C-5AAF-2912-D5A7-30F68FA3EC70}"/>
              </a:ext>
            </a:extLst>
          </p:cNvPr>
          <p:cNvSpPr txBox="1">
            <a:spLocks noChangeArrowheads="1"/>
          </p:cNvSpPr>
          <p:nvPr/>
        </p:nvSpPr>
        <p:spPr>
          <a:xfrm>
            <a:off x="35496" y="44624"/>
            <a:ext cx="8964488" cy="1241412"/>
          </a:xfrm>
          <a:prstGeom prst="rect">
            <a:avLst/>
          </a:prstGeom>
        </p:spPr>
        <p:txBody>
          <a:bodyPr vert="horz" lIns="92075" tIns="46038" rIns="92075" bIns="46038" rtlCol="0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ts val="4000"/>
              </a:lnSpc>
              <a:defRPr/>
            </a:pPr>
            <a:r>
              <a:rPr lang="es-ES_tradnl" sz="3200" dirty="0">
                <a:solidFill>
                  <a:srgbClr val="3333CC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Dom Casual" charset="0"/>
              </a:rPr>
              <a:t> </a:t>
            </a:r>
            <a:r>
              <a:rPr lang="es-ES_tradnl" sz="3200" b="1" dirty="0">
                <a:solidFill>
                  <a:schemeClr val="accent4">
                    <a:lumMod val="50000"/>
                  </a:schemeClr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Dom Casual" charset="0"/>
              </a:rPr>
              <a:t>Redes de Área Amplia (WAN)</a:t>
            </a:r>
          </a:p>
          <a:p>
            <a:pPr>
              <a:lnSpc>
                <a:spcPts val="4000"/>
              </a:lnSpc>
              <a:defRPr/>
            </a:pPr>
            <a:r>
              <a:rPr lang="es-MX" sz="2400" b="1" dirty="0">
                <a:solidFill>
                  <a:schemeClr val="accent3">
                    <a:lumMod val="75000"/>
                  </a:schemeClr>
                </a:solidFill>
              </a:rPr>
              <a:t>(Wide Area Network)</a:t>
            </a:r>
            <a:endParaRPr lang="es-ES_tradnl" sz="3200" b="1" dirty="0">
              <a:solidFill>
                <a:schemeClr val="accent3">
                  <a:lumMod val="75000"/>
                </a:schemeClr>
              </a:solidFill>
              <a:effectLst>
                <a:outerShdw blurRad="38100" dist="38100" dir="2700000" algn="tl">
                  <a:srgbClr val="C0C0C0"/>
                </a:outerShdw>
              </a:effectLst>
              <a:latin typeface="Dom Casual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201430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9" name="Text Box 5"/>
          <p:cNvSpPr txBox="1">
            <a:spLocks noChangeArrowheads="1"/>
          </p:cNvSpPr>
          <p:nvPr/>
        </p:nvSpPr>
        <p:spPr bwMode="auto">
          <a:xfrm>
            <a:off x="827584" y="1356956"/>
            <a:ext cx="7621948" cy="170303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sz="1600">
                <a:solidFill>
                  <a:schemeClr val="tx1"/>
                </a:solidFill>
                <a:latin typeface="Times New Roman" pitchFamily="18" charset="0"/>
              </a:defRPr>
            </a:lvl1pPr>
            <a:lvl2pPr marL="742950" indent="-285750">
              <a:defRPr sz="1600">
                <a:solidFill>
                  <a:schemeClr val="tx1"/>
                </a:solidFill>
                <a:latin typeface="Times New Roman" pitchFamily="18" charset="0"/>
              </a:defRPr>
            </a:lvl2pPr>
            <a:lvl3pPr marL="1143000" indent="-228600">
              <a:defRPr sz="1600">
                <a:solidFill>
                  <a:schemeClr val="tx1"/>
                </a:solidFill>
                <a:latin typeface="Times New Roman" pitchFamily="18" charset="0"/>
              </a:defRPr>
            </a:lvl3pPr>
            <a:lvl4pPr marL="1600200" indent="-228600">
              <a:defRPr sz="1600">
                <a:solidFill>
                  <a:schemeClr val="tx1"/>
                </a:solidFill>
                <a:latin typeface="Times New Roman" pitchFamily="18" charset="0"/>
              </a:defRPr>
            </a:lvl4pPr>
            <a:lvl5pPr marL="2057400" indent="-228600">
              <a:defRPr sz="1600">
                <a:solidFill>
                  <a:schemeClr val="tx1"/>
                </a:solidFill>
                <a:latin typeface="Times New Roman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imes New Roman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imes New Roman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imes New Roman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imes New Roman" pitchFamily="18" charset="0"/>
              </a:defRPr>
            </a:lvl9pPr>
          </a:lstStyle>
          <a:p>
            <a:pPr algn="just">
              <a:lnSpc>
                <a:spcPct val="150000"/>
              </a:lnSpc>
            </a:pPr>
            <a:r>
              <a:rPr lang="es-ES" sz="1800" dirty="0">
                <a:solidFill>
                  <a:schemeClr val="tx1">
                    <a:lumMod val="95000"/>
                    <a:lumOff val="5000"/>
                  </a:schemeClr>
                </a:solidFill>
                <a:latin typeface="Arial" pitchFamily="34" charset="0"/>
                <a:cs typeface="Arial" pitchFamily="34" charset="0"/>
              </a:rPr>
              <a:t>Aunque </a:t>
            </a:r>
            <a:r>
              <a:rPr lang="es-ES" sz="1800" b="1" dirty="0">
                <a:solidFill>
                  <a:schemeClr val="tx1">
                    <a:lumMod val="95000"/>
                    <a:lumOff val="5000"/>
                  </a:schemeClr>
                </a:solidFill>
                <a:latin typeface="Arial" pitchFamily="34" charset="0"/>
                <a:cs typeface="Arial" pitchFamily="34" charset="0"/>
              </a:rPr>
              <a:t>Internet </a:t>
            </a:r>
            <a:r>
              <a:rPr lang="es-ES" sz="1800" dirty="0">
                <a:solidFill>
                  <a:schemeClr val="tx1">
                    <a:lumMod val="95000"/>
                    <a:lumOff val="5000"/>
                  </a:schemeClr>
                </a:solidFill>
                <a:latin typeface="Arial" pitchFamily="34" charset="0"/>
                <a:cs typeface="Arial" pitchFamily="34" charset="0"/>
              </a:rPr>
              <a:t>en sí misma puede considerarse una WAN, el término WAN se usa normalmente para referirse a las </a:t>
            </a:r>
            <a:r>
              <a:rPr lang="es-ES" sz="1800" b="1" dirty="0">
                <a:solidFill>
                  <a:schemeClr val="accent6">
                    <a:lumMod val="75000"/>
                  </a:schemeClr>
                </a:solidFill>
                <a:latin typeface="Arial" pitchFamily="34" charset="0"/>
                <a:cs typeface="Arial" pitchFamily="34" charset="0"/>
              </a:rPr>
              <a:t>conexiones privadas de una empresa que conecta sus oficinas, centros de datos y otros sitios entre sí</a:t>
            </a:r>
            <a:r>
              <a:rPr lang="es-ES" sz="1800" dirty="0">
                <a:solidFill>
                  <a:schemeClr val="tx1">
                    <a:lumMod val="95000"/>
                    <a:lumOff val="5000"/>
                  </a:schemeClr>
                </a:solidFill>
                <a:latin typeface="Arial" pitchFamily="34" charset="0"/>
                <a:cs typeface="Arial" pitchFamily="34" charset="0"/>
              </a:rPr>
              <a:t>. </a:t>
            </a:r>
            <a:endParaRPr lang="es-MX" sz="1800" dirty="0">
              <a:solidFill>
                <a:schemeClr val="accent6">
                  <a:lumMod val="75000"/>
                </a:schemeClr>
              </a:solidFill>
              <a:latin typeface="Arial" pitchFamily="34" charset="0"/>
              <a:cs typeface="Arial" pitchFamily="34" charset="0"/>
            </a:endParaRPr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494321A2-E132-2057-9392-2CFB602A1A1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3941" y="3140968"/>
            <a:ext cx="5936117" cy="3096344"/>
          </a:xfrm>
          <a:prstGeom prst="rect">
            <a:avLst/>
          </a:prstGeom>
        </p:spPr>
      </p:pic>
      <p:sp>
        <p:nvSpPr>
          <p:cNvPr id="2" name="Rectangle 2">
            <a:extLst>
              <a:ext uri="{FF2B5EF4-FFF2-40B4-BE49-F238E27FC236}">
                <a16:creationId xmlns:a16="http://schemas.microsoft.com/office/drawing/2014/main" id="{E800AB10-23F0-939A-8878-72C20E4E29DF}"/>
              </a:ext>
            </a:extLst>
          </p:cNvPr>
          <p:cNvSpPr txBox="1">
            <a:spLocks noChangeArrowheads="1"/>
          </p:cNvSpPr>
          <p:nvPr/>
        </p:nvSpPr>
        <p:spPr>
          <a:xfrm>
            <a:off x="35496" y="44624"/>
            <a:ext cx="8964488" cy="1241412"/>
          </a:xfrm>
          <a:prstGeom prst="rect">
            <a:avLst/>
          </a:prstGeom>
        </p:spPr>
        <p:txBody>
          <a:bodyPr vert="horz" lIns="92075" tIns="46038" rIns="92075" bIns="46038" rtlCol="0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ts val="4000"/>
              </a:lnSpc>
              <a:defRPr/>
            </a:pPr>
            <a:r>
              <a:rPr lang="es-ES_tradnl" sz="3200" dirty="0">
                <a:solidFill>
                  <a:srgbClr val="3333CC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Dom Casual" charset="0"/>
              </a:rPr>
              <a:t> </a:t>
            </a:r>
            <a:r>
              <a:rPr lang="es-ES_tradnl" sz="3200" b="1" dirty="0">
                <a:solidFill>
                  <a:schemeClr val="accent4">
                    <a:lumMod val="50000"/>
                  </a:schemeClr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Dom Casual" charset="0"/>
              </a:rPr>
              <a:t>Redes de Área Amplia (WAN)</a:t>
            </a:r>
          </a:p>
          <a:p>
            <a:pPr>
              <a:lnSpc>
                <a:spcPts val="4000"/>
              </a:lnSpc>
              <a:defRPr/>
            </a:pPr>
            <a:r>
              <a:rPr lang="es-MX" sz="2400" b="1" dirty="0">
                <a:solidFill>
                  <a:schemeClr val="accent3">
                    <a:lumMod val="75000"/>
                  </a:schemeClr>
                </a:solidFill>
              </a:rPr>
              <a:t>(Wide Area Network)</a:t>
            </a:r>
            <a:endParaRPr lang="es-ES_tradnl" sz="3200" b="1" dirty="0">
              <a:solidFill>
                <a:schemeClr val="accent3">
                  <a:lumMod val="75000"/>
                </a:schemeClr>
              </a:solidFill>
              <a:effectLst>
                <a:outerShdw blurRad="38100" dist="38100" dir="2700000" algn="tl">
                  <a:srgbClr val="C0C0C0"/>
                </a:outerShdw>
              </a:effectLst>
              <a:latin typeface="Dom Casual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20531410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4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7" dur="500"/>
                                        <p:tgtEl>
                                          <p:spTgt spid="266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629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9" name="Text Box 5"/>
          <p:cNvSpPr txBox="1">
            <a:spLocks noChangeArrowheads="1"/>
          </p:cNvSpPr>
          <p:nvPr/>
        </p:nvSpPr>
        <p:spPr bwMode="auto">
          <a:xfrm>
            <a:off x="766477" y="1458098"/>
            <a:ext cx="7837971" cy="87203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sz="1600">
                <a:solidFill>
                  <a:schemeClr val="tx1"/>
                </a:solidFill>
                <a:latin typeface="Times New Roman" pitchFamily="18" charset="0"/>
              </a:defRPr>
            </a:lvl1pPr>
            <a:lvl2pPr marL="742950" indent="-285750">
              <a:defRPr sz="1600">
                <a:solidFill>
                  <a:schemeClr val="tx1"/>
                </a:solidFill>
                <a:latin typeface="Times New Roman" pitchFamily="18" charset="0"/>
              </a:defRPr>
            </a:lvl2pPr>
            <a:lvl3pPr marL="1143000" indent="-228600">
              <a:defRPr sz="1600">
                <a:solidFill>
                  <a:schemeClr val="tx1"/>
                </a:solidFill>
                <a:latin typeface="Times New Roman" pitchFamily="18" charset="0"/>
              </a:defRPr>
            </a:lvl3pPr>
            <a:lvl4pPr marL="1600200" indent="-228600">
              <a:defRPr sz="1600">
                <a:solidFill>
                  <a:schemeClr val="tx1"/>
                </a:solidFill>
                <a:latin typeface="Times New Roman" pitchFamily="18" charset="0"/>
              </a:defRPr>
            </a:lvl4pPr>
            <a:lvl5pPr marL="2057400" indent="-228600">
              <a:defRPr sz="1600">
                <a:solidFill>
                  <a:schemeClr val="tx1"/>
                </a:solidFill>
                <a:latin typeface="Times New Roman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imes New Roman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imes New Roman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imes New Roman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imes New Roman" pitchFamily="18" charset="0"/>
              </a:defRPr>
            </a:lvl9pPr>
          </a:lstStyle>
          <a:p>
            <a:pPr algn="just">
              <a:lnSpc>
                <a:spcPct val="150000"/>
              </a:lnSpc>
            </a:pPr>
            <a:r>
              <a:rPr lang="es-ES" sz="1800" dirty="0">
                <a:solidFill>
                  <a:schemeClr val="tx1">
                    <a:lumMod val="95000"/>
                    <a:lumOff val="5000"/>
                  </a:schemeClr>
                </a:solidFill>
                <a:latin typeface="Arial" pitchFamily="34" charset="0"/>
                <a:cs typeface="Arial" pitchFamily="34" charset="0"/>
              </a:rPr>
              <a:t>En redes públicas compartidas como Internet, las </a:t>
            </a:r>
            <a:r>
              <a:rPr lang="es-ES" sz="1800" b="1" dirty="0">
                <a:solidFill>
                  <a:schemeClr val="accent6">
                    <a:lumMod val="75000"/>
                  </a:schemeClr>
                </a:solidFill>
                <a:latin typeface="Arial" pitchFamily="34" charset="0"/>
                <a:cs typeface="Arial" pitchFamily="34" charset="0"/>
              </a:rPr>
              <a:t>VPN (redes privadas virtuales) </a:t>
            </a:r>
            <a:r>
              <a:rPr lang="es-ES" sz="1800" dirty="0">
                <a:solidFill>
                  <a:schemeClr val="tx1">
                    <a:lumMod val="95000"/>
                    <a:lumOff val="5000"/>
                  </a:schemeClr>
                </a:solidFill>
                <a:latin typeface="Arial" pitchFamily="34" charset="0"/>
                <a:cs typeface="Arial" pitchFamily="34" charset="0"/>
              </a:rPr>
              <a:t>se pueden usar para crear conexiones WAN privadas.</a:t>
            </a:r>
            <a:endParaRPr lang="es-MX" sz="1800" dirty="0">
              <a:solidFill>
                <a:schemeClr val="tx1">
                  <a:lumMod val="95000"/>
                  <a:lumOff val="5000"/>
                </a:schemeClr>
              </a:solidFill>
              <a:latin typeface="Arial" pitchFamily="34" charset="0"/>
              <a:cs typeface="Arial" pitchFamily="34" charset="0"/>
            </a:endParaRPr>
          </a:p>
        </p:txBody>
      </p:sp>
      <p:sp>
        <p:nvSpPr>
          <p:cNvPr id="3078" name="Text Box 6"/>
          <p:cNvSpPr txBox="1">
            <a:spLocks noChangeArrowheads="1"/>
          </p:cNvSpPr>
          <p:nvPr/>
        </p:nvSpPr>
        <p:spPr bwMode="auto">
          <a:xfrm>
            <a:off x="766475" y="476672"/>
            <a:ext cx="7539037" cy="584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sz="1600">
                <a:solidFill>
                  <a:schemeClr val="tx1"/>
                </a:solidFill>
                <a:latin typeface="Times New Roman" pitchFamily="18" charset="0"/>
              </a:defRPr>
            </a:lvl1pPr>
            <a:lvl2pPr marL="742950" indent="-285750">
              <a:defRPr sz="1600">
                <a:solidFill>
                  <a:schemeClr val="tx1"/>
                </a:solidFill>
                <a:latin typeface="Times New Roman" pitchFamily="18" charset="0"/>
              </a:defRPr>
            </a:lvl2pPr>
            <a:lvl3pPr marL="1143000" indent="-228600">
              <a:defRPr sz="1600">
                <a:solidFill>
                  <a:schemeClr val="tx1"/>
                </a:solidFill>
                <a:latin typeface="Times New Roman" pitchFamily="18" charset="0"/>
              </a:defRPr>
            </a:lvl3pPr>
            <a:lvl4pPr marL="1600200" indent="-228600">
              <a:defRPr sz="1600">
                <a:solidFill>
                  <a:schemeClr val="tx1"/>
                </a:solidFill>
                <a:latin typeface="Times New Roman" pitchFamily="18" charset="0"/>
              </a:defRPr>
            </a:lvl4pPr>
            <a:lvl5pPr marL="2057400" indent="-228600">
              <a:defRPr sz="1600">
                <a:solidFill>
                  <a:schemeClr val="tx1"/>
                </a:solidFill>
                <a:latin typeface="Times New Roman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imes New Roman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imes New Roman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imes New Roman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imes New Roman" pitchFamily="18" charset="0"/>
              </a:defRPr>
            </a:lvl9pPr>
          </a:lstStyle>
          <a:p>
            <a:pPr algn="ctr">
              <a:spcBef>
                <a:spcPct val="50000"/>
              </a:spcBef>
            </a:pPr>
            <a:r>
              <a:rPr lang="es-MX" sz="3200" b="1" dirty="0">
                <a:solidFill>
                  <a:schemeClr val="accent4">
                    <a:lumMod val="50000"/>
                  </a:schemeClr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Dom Casual" charset="0"/>
                <a:ea typeface="+mj-ea"/>
                <a:cs typeface="+mj-cs"/>
              </a:rPr>
              <a:t>Redes de Área Amplia (WAN)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9158A90F-81A6-A638-6384-FEEE791CCE3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9913" y="2908284"/>
            <a:ext cx="6472163" cy="20489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9780324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4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7" dur="500"/>
                                        <p:tgtEl>
                                          <p:spTgt spid="266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629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083" name="Rectangle 3082">
            <a:extLst>
              <a:ext uri="{FF2B5EF4-FFF2-40B4-BE49-F238E27FC236}">
                <a16:creationId xmlns:a16="http://schemas.microsoft.com/office/drawing/2014/main" id="{F0A604E4-7307-451C-93BE-F1F7E1BF3B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914400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085" name="Rectangle 3084">
            <a:extLst>
              <a:ext uri="{FF2B5EF4-FFF2-40B4-BE49-F238E27FC236}">
                <a16:creationId xmlns:a16="http://schemas.microsoft.com/office/drawing/2014/main" id="{F7F3A0AA-35E5-4085-942B-73783903060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0" y="5282344"/>
            <a:ext cx="9143997" cy="1590742"/>
          </a:xfrm>
          <a:prstGeom prst="rect">
            <a:avLst/>
          </a:prstGeom>
          <a:gradFill>
            <a:gsLst>
              <a:gs pos="34000">
                <a:srgbClr val="000000">
                  <a:alpha val="96000"/>
                </a:srgbClr>
              </a:gs>
              <a:gs pos="100000">
                <a:schemeClr val="accent1"/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087" name="Rectangle 3086">
            <a:extLst>
              <a:ext uri="{FF2B5EF4-FFF2-40B4-BE49-F238E27FC236}">
                <a16:creationId xmlns:a16="http://schemas.microsoft.com/office/drawing/2014/main" id="{402F5C38-C747-4173-ABBF-656E39E8213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3" y="5282344"/>
            <a:ext cx="6086475" cy="1590742"/>
          </a:xfrm>
          <a:prstGeom prst="rect">
            <a:avLst/>
          </a:prstGeom>
          <a:gradFill>
            <a:gsLst>
              <a:gs pos="28000">
                <a:schemeClr val="accent1">
                  <a:lumMod val="75000"/>
                  <a:alpha val="59000"/>
                </a:schemeClr>
              </a:gs>
              <a:gs pos="100000">
                <a:srgbClr val="000000">
                  <a:alpha val="70000"/>
                </a:srgb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089" name="Rectangle 3088">
            <a:extLst>
              <a:ext uri="{FF2B5EF4-FFF2-40B4-BE49-F238E27FC236}">
                <a16:creationId xmlns:a16="http://schemas.microsoft.com/office/drawing/2014/main" id="{E37EECFC-A684-4391-AE85-4CDAF5565F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3" y="5282344"/>
            <a:ext cx="9143998" cy="1590742"/>
          </a:xfrm>
          <a:prstGeom prst="rect">
            <a:avLst/>
          </a:prstGeom>
          <a:gradFill>
            <a:gsLst>
              <a:gs pos="0">
                <a:srgbClr val="000000">
                  <a:alpha val="71765"/>
                </a:srgbClr>
              </a:gs>
              <a:gs pos="100000">
                <a:schemeClr val="accent1">
                  <a:alpha val="0"/>
                </a:schemeClr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078" name="Text Box 6"/>
          <p:cNvSpPr txBox="1">
            <a:spLocks noChangeArrowheads="1"/>
          </p:cNvSpPr>
          <p:nvPr/>
        </p:nvSpPr>
        <p:spPr bwMode="auto">
          <a:xfrm>
            <a:off x="524785" y="5490971"/>
            <a:ext cx="5221554" cy="1159200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lIns="91440" tIns="45720" rIns="91440" bIns="45720" rtlCol="0" anchor="ctr">
            <a:normAutofit/>
          </a:bodyPr>
          <a:lstStyle>
            <a:lvl1pPr>
              <a:defRPr sz="1600">
                <a:solidFill>
                  <a:schemeClr val="tx1"/>
                </a:solidFill>
                <a:latin typeface="Times New Roman" pitchFamily="18" charset="0"/>
              </a:defRPr>
            </a:lvl1pPr>
            <a:lvl2pPr marL="742950" indent="-285750">
              <a:defRPr sz="1600">
                <a:solidFill>
                  <a:schemeClr val="tx1"/>
                </a:solidFill>
                <a:latin typeface="Times New Roman" pitchFamily="18" charset="0"/>
              </a:defRPr>
            </a:lvl2pPr>
            <a:lvl3pPr marL="1143000" indent="-228600">
              <a:defRPr sz="1600">
                <a:solidFill>
                  <a:schemeClr val="tx1"/>
                </a:solidFill>
                <a:latin typeface="Times New Roman" pitchFamily="18" charset="0"/>
              </a:defRPr>
            </a:lvl3pPr>
            <a:lvl4pPr marL="1600200" indent="-228600">
              <a:defRPr sz="1600">
                <a:solidFill>
                  <a:schemeClr val="tx1"/>
                </a:solidFill>
                <a:latin typeface="Times New Roman" pitchFamily="18" charset="0"/>
              </a:defRPr>
            </a:lvl4pPr>
            <a:lvl5pPr marL="2057400" indent="-228600">
              <a:defRPr sz="1600">
                <a:solidFill>
                  <a:schemeClr val="tx1"/>
                </a:solidFill>
                <a:latin typeface="Times New Roman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imes New Roman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imes New Roman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imes New Roman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imes New Roman" pitchFamily="18" charset="0"/>
              </a:defRPr>
            </a:lvl9pPr>
          </a:lstStyle>
          <a:p>
            <a:pPr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3500" b="1" dirty="0">
                <a:solidFill>
                  <a:srgbClr val="FFFFFF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+mj-lt"/>
                <a:ea typeface="+mj-ea"/>
                <a:cs typeface="+mj-cs"/>
              </a:rPr>
              <a:t>Líneas arrendadas</a:t>
            </a:r>
            <a:endParaRPr lang="en-US" sz="3500" b="1" kern="1200" dirty="0">
              <a:solidFill>
                <a:srgbClr val="FFFFFF"/>
              </a:solidFill>
              <a:effectLst>
                <a:outerShdw blurRad="38100" dist="38100" dir="2700000" algn="tl">
                  <a:srgbClr val="C0C0C0"/>
                </a:outerShdw>
              </a:effectLst>
              <a:latin typeface="+mj-lt"/>
              <a:ea typeface="+mj-ea"/>
              <a:cs typeface="+mj-cs"/>
            </a:endParaRPr>
          </a:p>
        </p:txBody>
      </p:sp>
      <p:pic>
        <p:nvPicPr>
          <p:cNvPr id="2" name="Imagen 1" descr="Imagen que contiene interior, tabla, juguete, oficina&#10;&#10;Descripción generada automáticamente">
            <a:extLst>
              <a:ext uri="{FF2B5EF4-FFF2-40B4-BE49-F238E27FC236}">
                <a16:creationId xmlns:a16="http://schemas.microsoft.com/office/drawing/2014/main" id="{B2AF0578-7021-D8BC-DED0-E29F8FDE43A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8447" y="390832"/>
            <a:ext cx="8216570" cy="45191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0095928"/>
      </p:ext>
    </p:extLst>
  </p:cSld>
  <p:clrMapOvr>
    <a:masterClrMapping/>
  </p:clrMapOvr>
  <p:transition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8" name="Text Box 6"/>
          <p:cNvSpPr txBox="1">
            <a:spLocks noChangeArrowheads="1"/>
          </p:cNvSpPr>
          <p:nvPr/>
        </p:nvSpPr>
        <p:spPr bwMode="auto">
          <a:xfrm>
            <a:off x="766475" y="96145"/>
            <a:ext cx="7539037" cy="86177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sz="1600">
                <a:solidFill>
                  <a:schemeClr val="tx1"/>
                </a:solidFill>
                <a:latin typeface="Times New Roman" pitchFamily="18" charset="0"/>
              </a:defRPr>
            </a:lvl1pPr>
            <a:lvl2pPr marL="742950" indent="-285750">
              <a:defRPr sz="1600">
                <a:solidFill>
                  <a:schemeClr val="tx1"/>
                </a:solidFill>
                <a:latin typeface="Times New Roman" pitchFamily="18" charset="0"/>
              </a:defRPr>
            </a:lvl2pPr>
            <a:lvl3pPr marL="1143000" indent="-228600">
              <a:defRPr sz="1600">
                <a:solidFill>
                  <a:schemeClr val="tx1"/>
                </a:solidFill>
                <a:latin typeface="Times New Roman" pitchFamily="18" charset="0"/>
              </a:defRPr>
            </a:lvl3pPr>
            <a:lvl4pPr marL="1600200" indent="-228600">
              <a:defRPr sz="1600">
                <a:solidFill>
                  <a:schemeClr val="tx1"/>
                </a:solidFill>
                <a:latin typeface="Times New Roman" pitchFamily="18" charset="0"/>
              </a:defRPr>
            </a:lvl4pPr>
            <a:lvl5pPr marL="2057400" indent="-228600">
              <a:defRPr sz="1600">
                <a:solidFill>
                  <a:schemeClr val="tx1"/>
                </a:solidFill>
                <a:latin typeface="Times New Roman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imes New Roman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imes New Roman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imes New Roman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imes New Roman" pitchFamily="18" charset="0"/>
              </a:defRPr>
            </a:lvl9pPr>
          </a:lstStyle>
          <a:p>
            <a:pPr algn="ctr">
              <a:spcBef>
                <a:spcPct val="50000"/>
              </a:spcBef>
            </a:pPr>
            <a:r>
              <a:rPr lang="es-MX" sz="3200" b="1" dirty="0">
                <a:solidFill>
                  <a:schemeClr val="accent4">
                    <a:lumMod val="50000"/>
                  </a:schemeClr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Dom Casual" charset="0"/>
                <a:ea typeface="+mj-ea"/>
                <a:cs typeface="+mj-cs"/>
              </a:rPr>
              <a:t>WAN sobre conexión dedicada </a:t>
            </a:r>
          </a:p>
          <a:p>
            <a:pPr algn="ctr"/>
            <a:r>
              <a:rPr lang="es-MX" sz="1800" b="1" dirty="0">
                <a:solidFill>
                  <a:schemeClr val="accent3">
                    <a:lumMod val="75000"/>
                  </a:schemeClr>
                </a:solidFill>
                <a:latin typeface="Dom Casual" charset="0"/>
                <a:ea typeface="+mj-ea"/>
                <a:cs typeface="+mj-cs"/>
              </a:rPr>
              <a:t>(línea arrendada – Leased line)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E4626426-F9D3-F529-A184-579EC61354C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524844"/>
            <a:ext cx="9144000" cy="4359701"/>
          </a:xfrm>
          <a:prstGeom prst="rect">
            <a:avLst/>
          </a:prstGeom>
        </p:spPr>
      </p:pic>
      <p:sp>
        <p:nvSpPr>
          <p:cNvPr id="2" name="Text Box 5">
            <a:extLst>
              <a:ext uri="{FF2B5EF4-FFF2-40B4-BE49-F238E27FC236}">
                <a16:creationId xmlns:a16="http://schemas.microsoft.com/office/drawing/2014/main" id="{B16D6172-4C79-847C-A34A-762F4133D27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59528" y="1196752"/>
            <a:ext cx="8352929" cy="11546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sz="1600">
                <a:solidFill>
                  <a:schemeClr val="tx1"/>
                </a:solidFill>
                <a:latin typeface="Times New Roman" pitchFamily="18" charset="0"/>
              </a:defRPr>
            </a:lvl1pPr>
            <a:lvl2pPr marL="742950" indent="-285750">
              <a:defRPr sz="1600">
                <a:solidFill>
                  <a:schemeClr val="tx1"/>
                </a:solidFill>
                <a:latin typeface="Times New Roman" pitchFamily="18" charset="0"/>
              </a:defRPr>
            </a:lvl2pPr>
            <a:lvl3pPr marL="1143000" indent="-228600">
              <a:defRPr sz="1600">
                <a:solidFill>
                  <a:schemeClr val="tx1"/>
                </a:solidFill>
                <a:latin typeface="Times New Roman" pitchFamily="18" charset="0"/>
              </a:defRPr>
            </a:lvl3pPr>
            <a:lvl4pPr marL="1600200" indent="-228600">
              <a:defRPr sz="1600">
                <a:solidFill>
                  <a:schemeClr val="tx1"/>
                </a:solidFill>
                <a:latin typeface="Times New Roman" pitchFamily="18" charset="0"/>
              </a:defRPr>
            </a:lvl4pPr>
            <a:lvl5pPr marL="2057400" indent="-228600">
              <a:defRPr sz="1600">
                <a:solidFill>
                  <a:schemeClr val="tx1"/>
                </a:solidFill>
                <a:latin typeface="Times New Roman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imes New Roman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imes New Roman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imes New Roman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imes New Roman" pitchFamily="18" charset="0"/>
              </a:defRPr>
            </a:lvl9pPr>
          </a:lstStyle>
          <a:p>
            <a:pPr algn="just">
              <a:lnSpc>
                <a:spcPct val="150000"/>
              </a:lnSpc>
            </a:pPr>
            <a:r>
              <a:rPr lang="es-ES" dirty="0">
                <a:solidFill>
                  <a:schemeClr val="tx1">
                    <a:lumMod val="95000"/>
                    <a:lumOff val="5000"/>
                  </a:schemeClr>
                </a:solidFill>
                <a:latin typeface="Arial" pitchFamily="34" charset="0"/>
                <a:cs typeface="Arial" pitchFamily="34" charset="0"/>
              </a:rPr>
              <a:t>Una</a:t>
            </a:r>
            <a:r>
              <a:rPr lang="es-ES" b="1" dirty="0">
                <a:solidFill>
                  <a:schemeClr val="accent6">
                    <a:lumMod val="75000"/>
                  </a:schemeClr>
                </a:solidFill>
                <a:latin typeface="Arial" pitchFamily="34" charset="0"/>
                <a:cs typeface="Arial" pitchFamily="34" charset="0"/>
              </a:rPr>
              <a:t> línea arrendada es un enlace físico dedicado</a:t>
            </a:r>
            <a:r>
              <a:rPr lang="es-ES" dirty="0">
                <a:solidFill>
                  <a:schemeClr val="tx1">
                    <a:lumMod val="95000"/>
                    <a:lumOff val="5000"/>
                  </a:schemeClr>
                </a:solidFill>
                <a:latin typeface="Arial" pitchFamily="34" charset="0"/>
                <a:cs typeface="Arial" pitchFamily="34" charset="0"/>
              </a:rPr>
              <a:t>, que generalmente conecta dos sitios. Las líneas arrendadas son conexiones físicas dedicadas que se pueden usar para conectar sitios entre sí para formar una WAN.</a:t>
            </a:r>
            <a:endParaRPr lang="es-MX" dirty="0">
              <a:latin typeface="Arial" pitchFamily="34" charset="0"/>
              <a:cs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94609486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51" name="Rectangle 8"/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itchFamily="18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itchFamily="18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itchFamily="18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itchFamily="18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itchFamily="18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es-MX" altLang="es-MX" sz="2400" dirty="0"/>
          </a:p>
        </p:txBody>
      </p:sp>
      <p:sp>
        <p:nvSpPr>
          <p:cNvPr id="5" name="5 CuadroTexto"/>
          <p:cNvSpPr txBox="1">
            <a:spLocks noChangeArrowheads="1"/>
          </p:cNvSpPr>
          <p:nvPr/>
        </p:nvSpPr>
        <p:spPr bwMode="auto">
          <a:xfrm>
            <a:off x="683568" y="1412776"/>
            <a:ext cx="7858125" cy="96795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itchFamily="18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itchFamily="18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itchFamily="18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itchFamily="18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itchFamily="18" charset="0"/>
              </a:defRPr>
            </a:lvl9pPr>
          </a:lstStyle>
          <a:p>
            <a:pPr algn="just"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es-MX" altLang="es-MX" sz="2000" dirty="0">
                <a:latin typeface="ZapfHumnst BT"/>
              </a:rPr>
              <a:t>En </a:t>
            </a:r>
            <a:r>
              <a:rPr lang="es-MX" altLang="es-MX" sz="2000" b="1" dirty="0">
                <a:latin typeface="ZapfHumnst BT"/>
              </a:rPr>
              <a:t>Europa</a:t>
            </a:r>
            <a:r>
              <a:rPr lang="es-MX" altLang="es-MX" sz="2000" dirty="0">
                <a:latin typeface="ZapfHumnst BT"/>
              </a:rPr>
              <a:t>, existen cinco tipos de líneas dedicadas que se distinguen según sus velocidades:</a:t>
            </a:r>
          </a:p>
        </p:txBody>
      </p:sp>
      <p:sp>
        <p:nvSpPr>
          <p:cNvPr id="6" name="5 CuadroTexto"/>
          <p:cNvSpPr txBox="1">
            <a:spLocks noChangeArrowheads="1"/>
          </p:cNvSpPr>
          <p:nvPr/>
        </p:nvSpPr>
        <p:spPr bwMode="auto">
          <a:xfrm>
            <a:off x="1397943" y="2474814"/>
            <a:ext cx="6072188" cy="293003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342900" indent="-342900"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itchFamily="18" charset="0"/>
              </a:defRPr>
            </a:lvl1pPr>
            <a:lvl2pPr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itchFamily="18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itchFamily="18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itchFamily="18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itchFamily="18" charset="0"/>
              </a:defRPr>
            </a:lvl9pPr>
          </a:lstStyle>
          <a:p>
            <a:pPr lvl="1" algn="just" eaLnBrk="1" hangingPunct="1">
              <a:lnSpc>
                <a:spcPct val="150000"/>
              </a:lnSpc>
              <a:spcBef>
                <a:spcPct val="0"/>
              </a:spcBef>
              <a:buFont typeface="Arial" pitchFamily="34" charset="0"/>
              <a:buChar char="•"/>
            </a:pPr>
            <a:r>
              <a:rPr lang="es-MX" altLang="es-MX" sz="2000" dirty="0">
                <a:latin typeface="ZapfHumnst BT"/>
              </a:rPr>
              <a:t>  E0 = </a:t>
            </a:r>
            <a:r>
              <a:rPr lang="es-MX" altLang="es-MX" sz="2000" b="1" dirty="0">
                <a:latin typeface="ZapfHumnst BT"/>
              </a:rPr>
              <a:t>64 Kbps</a:t>
            </a:r>
            <a:r>
              <a:rPr lang="es-MX" altLang="es-MX" sz="2000" dirty="0">
                <a:latin typeface="ZapfHumnst BT"/>
              </a:rPr>
              <a:t> </a:t>
            </a:r>
          </a:p>
          <a:p>
            <a:pPr lvl="1" algn="just" eaLnBrk="1" hangingPunct="1">
              <a:lnSpc>
                <a:spcPct val="200000"/>
              </a:lnSpc>
              <a:spcBef>
                <a:spcPct val="0"/>
              </a:spcBef>
              <a:buFont typeface="Arial" pitchFamily="34" charset="0"/>
              <a:buChar char="•"/>
            </a:pPr>
            <a:r>
              <a:rPr lang="es-MX" altLang="es-MX" sz="2000" dirty="0">
                <a:latin typeface="ZapfHumnst BT"/>
              </a:rPr>
              <a:t>  E1 = 32 líneas E0 (</a:t>
            </a:r>
            <a:r>
              <a:rPr lang="es-MX" altLang="es-MX" sz="2000" b="1" dirty="0">
                <a:latin typeface="ZapfHumnst BT"/>
              </a:rPr>
              <a:t>2.048 Mbps</a:t>
            </a:r>
            <a:r>
              <a:rPr lang="es-MX" altLang="es-MX" sz="2000" dirty="0">
                <a:latin typeface="ZapfHumnst BT"/>
              </a:rPr>
              <a:t>) </a:t>
            </a:r>
          </a:p>
          <a:p>
            <a:pPr lvl="1" algn="just" eaLnBrk="1" hangingPunct="1">
              <a:lnSpc>
                <a:spcPct val="200000"/>
              </a:lnSpc>
              <a:spcBef>
                <a:spcPct val="0"/>
              </a:spcBef>
              <a:buFont typeface="Arial" pitchFamily="34" charset="0"/>
              <a:buChar char="•"/>
            </a:pPr>
            <a:r>
              <a:rPr lang="es-MX" altLang="es-MX" sz="2000" dirty="0">
                <a:latin typeface="ZapfHumnst BT"/>
              </a:rPr>
              <a:t>  E2 = 128 líneas E0 (</a:t>
            </a:r>
            <a:r>
              <a:rPr lang="es-MX" altLang="es-MX" sz="2000" b="1" dirty="0">
                <a:latin typeface="ZapfHumnst BT"/>
              </a:rPr>
              <a:t>8.448 Mbps</a:t>
            </a:r>
            <a:r>
              <a:rPr lang="es-MX" altLang="es-MX" sz="2000" dirty="0">
                <a:latin typeface="ZapfHumnst BT"/>
              </a:rPr>
              <a:t>) </a:t>
            </a:r>
          </a:p>
          <a:p>
            <a:pPr lvl="1" algn="just" eaLnBrk="1" hangingPunct="1">
              <a:lnSpc>
                <a:spcPct val="200000"/>
              </a:lnSpc>
              <a:spcBef>
                <a:spcPct val="0"/>
              </a:spcBef>
              <a:buFont typeface="Arial" pitchFamily="34" charset="0"/>
              <a:buChar char="•"/>
            </a:pPr>
            <a:r>
              <a:rPr lang="es-MX" altLang="es-MX" sz="2000" dirty="0">
                <a:latin typeface="ZapfHumnst BT"/>
              </a:rPr>
              <a:t>  E3 = 16 líneas E1 (</a:t>
            </a:r>
            <a:r>
              <a:rPr lang="es-MX" altLang="es-MX" sz="2000" b="1" dirty="0">
                <a:latin typeface="ZapfHumnst BT"/>
              </a:rPr>
              <a:t>34.368 Mbps</a:t>
            </a:r>
            <a:r>
              <a:rPr lang="es-MX" altLang="es-MX" sz="2000" dirty="0">
                <a:latin typeface="ZapfHumnst BT"/>
              </a:rPr>
              <a:t>) </a:t>
            </a:r>
          </a:p>
          <a:p>
            <a:pPr lvl="1" algn="just" eaLnBrk="1" hangingPunct="1">
              <a:lnSpc>
                <a:spcPct val="200000"/>
              </a:lnSpc>
              <a:spcBef>
                <a:spcPct val="0"/>
              </a:spcBef>
              <a:buFont typeface="Arial" pitchFamily="34" charset="0"/>
              <a:buChar char="•"/>
            </a:pPr>
            <a:r>
              <a:rPr lang="es-MX" altLang="es-MX" sz="2000" dirty="0">
                <a:latin typeface="ZapfHumnst BT"/>
              </a:rPr>
              <a:t>  E4 = 64 líneas E1 (</a:t>
            </a:r>
            <a:r>
              <a:rPr lang="es-MX" altLang="es-MX" sz="2000" b="1" dirty="0">
                <a:latin typeface="ZapfHumnst BT"/>
              </a:rPr>
              <a:t>139.264 Mbps</a:t>
            </a:r>
            <a:r>
              <a:rPr lang="es-MX" altLang="es-MX" sz="2000" dirty="0">
                <a:latin typeface="ZapfHumnst BT"/>
              </a:rPr>
              <a:t>) </a:t>
            </a:r>
          </a:p>
        </p:txBody>
      </p:sp>
      <p:sp>
        <p:nvSpPr>
          <p:cNvPr id="2" name="Text Box 6">
            <a:extLst>
              <a:ext uri="{FF2B5EF4-FFF2-40B4-BE49-F238E27FC236}">
                <a16:creationId xmlns:a16="http://schemas.microsoft.com/office/drawing/2014/main" id="{F6922847-901D-77EB-ABF8-C2365EB9746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11880" y="240229"/>
            <a:ext cx="7539037" cy="86177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sz="1600">
                <a:solidFill>
                  <a:schemeClr val="tx1"/>
                </a:solidFill>
                <a:latin typeface="Times New Roman" pitchFamily="18" charset="0"/>
              </a:defRPr>
            </a:lvl1pPr>
            <a:lvl2pPr marL="742950" indent="-285750">
              <a:defRPr sz="1600">
                <a:solidFill>
                  <a:schemeClr val="tx1"/>
                </a:solidFill>
                <a:latin typeface="Times New Roman" pitchFamily="18" charset="0"/>
              </a:defRPr>
            </a:lvl2pPr>
            <a:lvl3pPr marL="1143000" indent="-228600">
              <a:defRPr sz="1600">
                <a:solidFill>
                  <a:schemeClr val="tx1"/>
                </a:solidFill>
                <a:latin typeface="Times New Roman" pitchFamily="18" charset="0"/>
              </a:defRPr>
            </a:lvl3pPr>
            <a:lvl4pPr marL="1600200" indent="-228600">
              <a:defRPr sz="1600">
                <a:solidFill>
                  <a:schemeClr val="tx1"/>
                </a:solidFill>
                <a:latin typeface="Times New Roman" pitchFamily="18" charset="0"/>
              </a:defRPr>
            </a:lvl4pPr>
            <a:lvl5pPr marL="2057400" indent="-228600">
              <a:defRPr sz="1600">
                <a:solidFill>
                  <a:schemeClr val="tx1"/>
                </a:solidFill>
                <a:latin typeface="Times New Roman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imes New Roman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imes New Roman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imes New Roman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imes New Roman" pitchFamily="18" charset="0"/>
              </a:defRPr>
            </a:lvl9pPr>
          </a:lstStyle>
          <a:p>
            <a:pPr algn="ctr">
              <a:spcBef>
                <a:spcPct val="50000"/>
              </a:spcBef>
            </a:pPr>
            <a:r>
              <a:rPr lang="es-MX" sz="3200" b="1" dirty="0">
                <a:solidFill>
                  <a:schemeClr val="accent4">
                    <a:lumMod val="50000"/>
                  </a:schemeClr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Dom Casual" charset="0"/>
                <a:ea typeface="+mj-ea"/>
                <a:cs typeface="+mj-cs"/>
              </a:rPr>
              <a:t>Líneas arrendadas</a:t>
            </a:r>
          </a:p>
          <a:p>
            <a:pPr algn="ctr"/>
            <a:r>
              <a:rPr lang="es-MX" sz="1800" b="1" dirty="0">
                <a:solidFill>
                  <a:schemeClr val="accent3">
                    <a:lumMod val="75000"/>
                  </a:schemeClr>
                </a:solidFill>
                <a:latin typeface="Dom Casual" charset="0"/>
                <a:ea typeface="+mj-ea"/>
                <a:cs typeface="+mj-cs"/>
              </a:rPr>
              <a:t>(Leased lines)</a:t>
            </a:r>
          </a:p>
        </p:txBody>
      </p:sp>
    </p:spTree>
    <p:extLst>
      <p:ext uri="{BB962C8B-B14F-4D97-AF65-F5344CB8AC3E}">
        <p14:creationId xmlns:p14="http://schemas.microsoft.com/office/powerpoint/2010/main" val="33761895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4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 nodeType="clickPar">
                      <p:stCondLst>
                        <p:cond delay="indefinite"/>
                      </p:stCondLst>
                      <p:childTnLst>
                        <p:par>
                          <p:cTn id="9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0" presetID="4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1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75" name="Rectangle 8"/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itchFamily="18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itchFamily="18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itchFamily="18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itchFamily="18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itchFamily="18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es-MX" altLang="es-MX" sz="2400" dirty="0"/>
          </a:p>
        </p:txBody>
      </p:sp>
      <p:sp>
        <p:nvSpPr>
          <p:cNvPr id="6" name="5 CuadroTexto"/>
          <p:cNvSpPr txBox="1">
            <a:spLocks noChangeArrowheads="1"/>
          </p:cNvSpPr>
          <p:nvPr/>
        </p:nvSpPr>
        <p:spPr bwMode="auto">
          <a:xfrm>
            <a:off x="571500" y="1347043"/>
            <a:ext cx="5786438" cy="6461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itchFamily="18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itchFamily="18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itchFamily="18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itchFamily="18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itchFamily="18" charset="0"/>
              </a:defRPr>
            </a:lvl9pPr>
          </a:lstStyle>
          <a:p>
            <a:pPr algn="just" eaLnBrk="1" hangingPunct="1">
              <a:lnSpc>
                <a:spcPct val="200000"/>
              </a:lnSpc>
              <a:spcBef>
                <a:spcPct val="0"/>
              </a:spcBef>
              <a:buFontTx/>
              <a:buNone/>
            </a:pPr>
            <a:r>
              <a:rPr lang="es-MX" altLang="es-MX" sz="2000" dirty="0">
                <a:latin typeface="ZapfHumnst BT"/>
              </a:rPr>
              <a:t>En </a:t>
            </a:r>
            <a:r>
              <a:rPr lang="es-MX" altLang="es-MX" sz="2000" b="1" dirty="0">
                <a:latin typeface="ZapfHumnst BT"/>
              </a:rPr>
              <a:t>Estados Unidos</a:t>
            </a:r>
            <a:r>
              <a:rPr lang="es-MX" altLang="es-MX" sz="2000" dirty="0">
                <a:latin typeface="ZapfHumnst BT"/>
              </a:rPr>
              <a:t>, el concepto es el siguiente: </a:t>
            </a:r>
          </a:p>
        </p:txBody>
      </p:sp>
      <p:sp>
        <p:nvSpPr>
          <p:cNvPr id="5" name="4 CuadroTexto"/>
          <p:cNvSpPr txBox="1"/>
          <p:nvPr/>
        </p:nvSpPr>
        <p:spPr>
          <a:xfrm>
            <a:off x="866775" y="2132856"/>
            <a:ext cx="5276850" cy="2468368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 lvl="1" algn="just">
              <a:lnSpc>
                <a:spcPct val="200000"/>
              </a:lnSpc>
              <a:buFont typeface="Arial" pitchFamily="34" charset="0"/>
              <a:buChar char="•"/>
              <a:defRPr/>
            </a:pPr>
            <a:r>
              <a:rPr lang="es-MX" sz="2000" dirty="0">
                <a:latin typeface="ZapfHumnst BT"/>
                <a:cs typeface="+mn-cs"/>
              </a:rPr>
              <a:t>  T1  = </a:t>
            </a:r>
            <a:r>
              <a:rPr lang="es-MX" sz="2000" b="1" dirty="0">
                <a:latin typeface="ZapfHumnst BT"/>
                <a:cs typeface="+mn-cs"/>
              </a:rPr>
              <a:t>1.544 Mbps</a:t>
            </a:r>
          </a:p>
          <a:p>
            <a:pPr lvl="1" algn="just">
              <a:lnSpc>
                <a:spcPct val="200000"/>
              </a:lnSpc>
              <a:buFont typeface="Arial" pitchFamily="34" charset="0"/>
              <a:buChar char="•"/>
              <a:defRPr/>
            </a:pPr>
            <a:r>
              <a:rPr lang="es-MX" sz="2000" dirty="0">
                <a:latin typeface="ZapfHumnst BT"/>
                <a:cs typeface="+mn-cs"/>
              </a:rPr>
              <a:t>  T2 = 4 líneas T1 (</a:t>
            </a:r>
            <a:r>
              <a:rPr lang="es-MX" sz="2000" b="1" dirty="0">
                <a:latin typeface="ZapfHumnst BT"/>
                <a:cs typeface="+mn-cs"/>
              </a:rPr>
              <a:t>6 Mbps</a:t>
            </a:r>
            <a:r>
              <a:rPr lang="es-MX" sz="2000" dirty="0">
                <a:latin typeface="ZapfHumnst BT"/>
                <a:cs typeface="+mn-cs"/>
              </a:rPr>
              <a:t>)</a:t>
            </a:r>
          </a:p>
          <a:p>
            <a:pPr lvl="1" algn="just">
              <a:lnSpc>
                <a:spcPct val="200000"/>
              </a:lnSpc>
              <a:buFont typeface="Arial" pitchFamily="34" charset="0"/>
              <a:buChar char="•"/>
              <a:defRPr/>
            </a:pPr>
            <a:r>
              <a:rPr lang="es-MX" sz="2000" dirty="0">
                <a:latin typeface="ZapfHumnst BT"/>
                <a:cs typeface="+mn-cs"/>
              </a:rPr>
              <a:t>  T3 = 28 líneas T1 (</a:t>
            </a:r>
            <a:r>
              <a:rPr lang="es-MX" sz="2000" b="1" kern="0" dirty="0">
                <a:latin typeface="ZapfHumnst BT"/>
                <a:cs typeface="+mn-cs"/>
              </a:rPr>
              <a:t>44.736 Mbps</a:t>
            </a:r>
            <a:r>
              <a:rPr lang="es-MX" sz="2000" dirty="0">
                <a:latin typeface="ZapfHumnst BT"/>
                <a:cs typeface="+mn-cs"/>
              </a:rPr>
              <a:t>)</a:t>
            </a:r>
          </a:p>
          <a:p>
            <a:pPr lvl="1" algn="just">
              <a:lnSpc>
                <a:spcPct val="200000"/>
              </a:lnSpc>
              <a:buFont typeface="Arial" pitchFamily="34" charset="0"/>
              <a:buChar char="•"/>
              <a:defRPr/>
            </a:pPr>
            <a:r>
              <a:rPr lang="es-MX" sz="2000" dirty="0">
                <a:latin typeface="ZapfHumnst BT"/>
                <a:cs typeface="+mn-cs"/>
              </a:rPr>
              <a:t>  T4 = 168 líneas T1 (</a:t>
            </a:r>
            <a:r>
              <a:rPr lang="es-MX" sz="2000" b="1" dirty="0">
                <a:latin typeface="ZapfHumnst BT"/>
                <a:cs typeface="+mn-cs"/>
              </a:rPr>
              <a:t>275 Mbps</a:t>
            </a:r>
            <a:r>
              <a:rPr lang="es-MX" sz="2000" dirty="0">
                <a:latin typeface="ZapfHumnst BT"/>
                <a:cs typeface="+mn-cs"/>
              </a:rPr>
              <a:t>) </a:t>
            </a:r>
          </a:p>
        </p:txBody>
      </p:sp>
      <p:sp>
        <p:nvSpPr>
          <p:cNvPr id="2" name="Text Box 6">
            <a:extLst>
              <a:ext uri="{FF2B5EF4-FFF2-40B4-BE49-F238E27FC236}">
                <a16:creationId xmlns:a16="http://schemas.microsoft.com/office/drawing/2014/main" id="{35478D95-DB6C-A067-5002-A9F25CFE909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11880" y="240229"/>
            <a:ext cx="7539037" cy="86177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sz="1600">
                <a:solidFill>
                  <a:schemeClr val="tx1"/>
                </a:solidFill>
                <a:latin typeface="Times New Roman" pitchFamily="18" charset="0"/>
              </a:defRPr>
            </a:lvl1pPr>
            <a:lvl2pPr marL="742950" indent="-285750">
              <a:defRPr sz="1600">
                <a:solidFill>
                  <a:schemeClr val="tx1"/>
                </a:solidFill>
                <a:latin typeface="Times New Roman" pitchFamily="18" charset="0"/>
              </a:defRPr>
            </a:lvl2pPr>
            <a:lvl3pPr marL="1143000" indent="-228600">
              <a:defRPr sz="1600">
                <a:solidFill>
                  <a:schemeClr val="tx1"/>
                </a:solidFill>
                <a:latin typeface="Times New Roman" pitchFamily="18" charset="0"/>
              </a:defRPr>
            </a:lvl3pPr>
            <a:lvl4pPr marL="1600200" indent="-228600">
              <a:defRPr sz="1600">
                <a:solidFill>
                  <a:schemeClr val="tx1"/>
                </a:solidFill>
                <a:latin typeface="Times New Roman" pitchFamily="18" charset="0"/>
              </a:defRPr>
            </a:lvl4pPr>
            <a:lvl5pPr marL="2057400" indent="-228600">
              <a:defRPr sz="1600">
                <a:solidFill>
                  <a:schemeClr val="tx1"/>
                </a:solidFill>
                <a:latin typeface="Times New Roman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imes New Roman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imes New Roman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imes New Roman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imes New Roman" pitchFamily="18" charset="0"/>
              </a:defRPr>
            </a:lvl9pPr>
          </a:lstStyle>
          <a:p>
            <a:pPr algn="ctr">
              <a:spcBef>
                <a:spcPct val="50000"/>
              </a:spcBef>
            </a:pPr>
            <a:r>
              <a:rPr lang="es-MX" sz="3200" b="1" dirty="0">
                <a:solidFill>
                  <a:schemeClr val="accent4">
                    <a:lumMod val="50000"/>
                  </a:schemeClr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Dom Casual" charset="0"/>
                <a:ea typeface="+mj-ea"/>
                <a:cs typeface="+mj-cs"/>
              </a:rPr>
              <a:t>Líneas arrendadas</a:t>
            </a:r>
          </a:p>
          <a:p>
            <a:pPr algn="ctr"/>
            <a:r>
              <a:rPr lang="es-MX" sz="1800" b="1" dirty="0">
                <a:solidFill>
                  <a:schemeClr val="accent3">
                    <a:lumMod val="75000"/>
                  </a:schemeClr>
                </a:solidFill>
                <a:latin typeface="Dom Casual" charset="0"/>
                <a:ea typeface="+mj-ea"/>
                <a:cs typeface="+mj-cs"/>
              </a:rPr>
              <a:t>(Leased lines)</a:t>
            </a:r>
          </a:p>
        </p:txBody>
      </p:sp>
    </p:spTree>
    <p:extLst>
      <p:ext uri="{BB962C8B-B14F-4D97-AF65-F5344CB8AC3E}">
        <p14:creationId xmlns:p14="http://schemas.microsoft.com/office/powerpoint/2010/main" val="24136896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4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 nodeType="clickPar">
                      <p:stCondLst>
                        <p:cond delay="indefinite"/>
                      </p:stCondLst>
                      <p:childTnLst>
                        <p:par>
                          <p:cTn id="9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0" presetID="4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1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5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9" name="Text Box 5"/>
          <p:cNvSpPr txBox="1">
            <a:spLocks noChangeArrowheads="1"/>
          </p:cNvSpPr>
          <p:nvPr/>
        </p:nvSpPr>
        <p:spPr bwMode="auto">
          <a:xfrm>
            <a:off x="467540" y="1164044"/>
            <a:ext cx="8136905" cy="11546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sz="1600">
                <a:solidFill>
                  <a:schemeClr val="tx1"/>
                </a:solidFill>
                <a:latin typeface="Times New Roman" pitchFamily="18" charset="0"/>
              </a:defRPr>
            </a:lvl1pPr>
            <a:lvl2pPr marL="742950" indent="-285750">
              <a:defRPr sz="1600">
                <a:solidFill>
                  <a:schemeClr val="tx1"/>
                </a:solidFill>
                <a:latin typeface="Times New Roman" pitchFamily="18" charset="0"/>
              </a:defRPr>
            </a:lvl2pPr>
            <a:lvl3pPr marL="1143000" indent="-228600">
              <a:defRPr sz="1600">
                <a:solidFill>
                  <a:schemeClr val="tx1"/>
                </a:solidFill>
                <a:latin typeface="Times New Roman" pitchFamily="18" charset="0"/>
              </a:defRPr>
            </a:lvl3pPr>
            <a:lvl4pPr marL="1600200" indent="-228600">
              <a:defRPr sz="1600">
                <a:solidFill>
                  <a:schemeClr val="tx1"/>
                </a:solidFill>
                <a:latin typeface="Times New Roman" pitchFamily="18" charset="0"/>
              </a:defRPr>
            </a:lvl4pPr>
            <a:lvl5pPr marL="2057400" indent="-228600">
              <a:defRPr sz="1600">
                <a:solidFill>
                  <a:schemeClr val="tx1"/>
                </a:solidFill>
                <a:latin typeface="Times New Roman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imes New Roman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imes New Roman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imes New Roman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imes New Roman" pitchFamily="18" charset="0"/>
              </a:defRPr>
            </a:lvl9pPr>
          </a:lstStyle>
          <a:p>
            <a:pPr algn="just">
              <a:lnSpc>
                <a:spcPct val="150000"/>
              </a:lnSpc>
            </a:pPr>
            <a:r>
              <a:rPr lang="es-ES" dirty="0">
                <a:latin typeface="Arial" pitchFamily="34" charset="0"/>
                <a:cs typeface="Arial" pitchFamily="34" charset="0"/>
              </a:rPr>
              <a:t>Este es un </a:t>
            </a:r>
            <a:r>
              <a:rPr lang="es-ES" b="1" dirty="0">
                <a:solidFill>
                  <a:schemeClr val="accent5">
                    <a:lumMod val="75000"/>
                  </a:schemeClr>
                </a:solidFill>
                <a:latin typeface="Arial" pitchFamily="34" charset="0"/>
                <a:cs typeface="Arial" pitchFamily="34" charset="0"/>
              </a:rPr>
              <a:t>ejemplo de una WAN</a:t>
            </a:r>
            <a:r>
              <a:rPr lang="es-ES" dirty="0">
                <a:latin typeface="Arial" pitchFamily="34" charset="0"/>
                <a:cs typeface="Arial" pitchFamily="34" charset="0"/>
              </a:rPr>
              <a:t>: Esta empresa tiene un </a:t>
            </a:r>
            <a:r>
              <a:rPr lang="es-ES" b="1" dirty="0">
                <a:latin typeface="Arial" pitchFamily="34" charset="0"/>
                <a:cs typeface="Arial" pitchFamily="34" charset="0"/>
              </a:rPr>
              <a:t>centro de datos central </a:t>
            </a:r>
            <a:r>
              <a:rPr lang="es-ES" dirty="0">
                <a:latin typeface="Arial" pitchFamily="34" charset="0"/>
                <a:cs typeface="Arial" pitchFamily="34" charset="0"/>
              </a:rPr>
              <a:t>y algunas </a:t>
            </a:r>
            <a:r>
              <a:rPr lang="es-ES" b="1" dirty="0">
                <a:latin typeface="Arial" pitchFamily="34" charset="0"/>
                <a:cs typeface="Arial" pitchFamily="34" charset="0"/>
              </a:rPr>
              <a:t>oficinas</a:t>
            </a:r>
            <a:r>
              <a:rPr lang="es-ES" dirty="0">
                <a:latin typeface="Arial" pitchFamily="34" charset="0"/>
                <a:cs typeface="Arial" pitchFamily="34" charset="0"/>
              </a:rPr>
              <a:t>. </a:t>
            </a:r>
            <a:r>
              <a:rPr lang="es-ES" dirty="0">
                <a:solidFill>
                  <a:schemeClr val="tx1">
                    <a:lumMod val="95000"/>
                    <a:lumOff val="5000"/>
                  </a:schemeClr>
                </a:solidFill>
                <a:latin typeface="Arial" pitchFamily="34" charset="0"/>
                <a:cs typeface="Arial" pitchFamily="34" charset="0"/>
              </a:rPr>
              <a:t>Cada </a:t>
            </a:r>
            <a:r>
              <a:rPr lang="es-ES" b="1" dirty="0">
                <a:solidFill>
                  <a:schemeClr val="tx1">
                    <a:lumMod val="95000"/>
                    <a:lumOff val="5000"/>
                  </a:schemeClr>
                </a:solidFill>
                <a:latin typeface="Arial" pitchFamily="34" charset="0"/>
                <a:cs typeface="Arial" pitchFamily="34" charset="0"/>
              </a:rPr>
              <a:t>oficina</a:t>
            </a:r>
            <a:r>
              <a:rPr lang="es-ES" dirty="0">
                <a:solidFill>
                  <a:schemeClr val="tx1">
                    <a:lumMod val="95000"/>
                    <a:lumOff val="5000"/>
                  </a:schemeClr>
                </a:solidFill>
                <a:latin typeface="Arial" pitchFamily="34" charset="0"/>
                <a:cs typeface="Arial" pitchFamily="34" charset="0"/>
              </a:rPr>
              <a:t> está conectada al </a:t>
            </a:r>
            <a:r>
              <a:rPr lang="es-ES" b="1" dirty="0">
                <a:solidFill>
                  <a:schemeClr val="tx1">
                    <a:lumMod val="95000"/>
                    <a:lumOff val="5000"/>
                  </a:schemeClr>
                </a:solidFill>
                <a:latin typeface="Arial" pitchFamily="34" charset="0"/>
                <a:cs typeface="Arial" pitchFamily="34" charset="0"/>
              </a:rPr>
              <a:t>centro de datos </a:t>
            </a:r>
            <a:r>
              <a:rPr lang="es-ES" dirty="0">
                <a:solidFill>
                  <a:schemeClr val="tx1">
                    <a:lumMod val="95000"/>
                    <a:lumOff val="5000"/>
                  </a:schemeClr>
                </a:solidFill>
                <a:latin typeface="Arial" pitchFamily="34" charset="0"/>
                <a:cs typeface="Arial" pitchFamily="34" charset="0"/>
              </a:rPr>
              <a:t>a través de una </a:t>
            </a:r>
            <a:r>
              <a:rPr lang="es-ES" b="1" dirty="0">
                <a:solidFill>
                  <a:schemeClr val="accent6">
                    <a:lumMod val="75000"/>
                  </a:schemeClr>
                </a:solidFill>
                <a:latin typeface="Arial" pitchFamily="34" charset="0"/>
                <a:cs typeface="Arial" pitchFamily="34" charset="0"/>
              </a:rPr>
              <a:t>línea arrendada</a:t>
            </a:r>
            <a:r>
              <a:rPr lang="es-ES" dirty="0">
                <a:solidFill>
                  <a:schemeClr val="tx1">
                    <a:lumMod val="95000"/>
                    <a:lumOff val="5000"/>
                  </a:schemeClr>
                </a:solidFill>
                <a:latin typeface="Arial" pitchFamily="34" charset="0"/>
                <a:cs typeface="Arial" pitchFamily="34" charset="0"/>
              </a:rPr>
              <a:t>, que es una especie de conexión física dedicada entre dos sitios.</a:t>
            </a:r>
            <a:endParaRPr lang="es-MX" dirty="0">
              <a:solidFill>
                <a:schemeClr val="tx1">
                  <a:lumMod val="95000"/>
                  <a:lumOff val="5000"/>
                </a:schemeClr>
              </a:solidFill>
              <a:latin typeface="Arial" pitchFamily="34" charset="0"/>
              <a:cs typeface="Arial" pitchFamily="34" charset="0"/>
            </a:endParaRPr>
          </a:p>
        </p:txBody>
      </p:sp>
      <p:sp>
        <p:nvSpPr>
          <p:cNvPr id="3078" name="Text Box 6"/>
          <p:cNvSpPr txBox="1">
            <a:spLocks noChangeArrowheads="1"/>
          </p:cNvSpPr>
          <p:nvPr/>
        </p:nvSpPr>
        <p:spPr bwMode="auto">
          <a:xfrm>
            <a:off x="766475" y="96145"/>
            <a:ext cx="7539037" cy="86177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sz="1600">
                <a:solidFill>
                  <a:schemeClr val="tx1"/>
                </a:solidFill>
                <a:latin typeface="Times New Roman" pitchFamily="18" charset="0"/>
              </a:defRPr>
            </a:lvl1pPr>
            <a:lvl2pPr marL="742950" indent="-285750">
              <a:defRPr sz="1600">
                <a:solidFill>
                  <a:schemeClr val="tx1"/>
                </a:solidFill>
                <a:latin typeface="Times New Roman" pitchFamily="18" charset="0"/>
              </a:defRPr>
            </a:lvl2pPr>
            <a:lvl3pPr marL="1143000" indent="-228600">
              <a:defRPr sz="1600">
                <a:solidFill>
                  <a:schemeClr val="tx1"/>
                </a:solidFill>
                <a:latin typeface="Times New Roman" pitchFamily="18" charset="0"/>
              </a:defRPr>
            </a:lvl3pPr>
            <a:lvl4pPr marL="1600200" indent="-228600">
              <a:defRPr sz="1600">
                <a:solidFill>
                  <a:schemeClr val="tx1"/>
                </a:solidFill>
                <a:latin typeface="Times New Roman" pitchFamily="18" charset="0"/>
              </a:defRPr>
            </a:lvl4pPr>
            <a:lvl5pPr marL="2057400" indent="-228600">
              <a:defRPr sz="1600">
                <a:solidFill>
                  <a:schemeClr val="tx1"/>
                </a:solidFill>
                <a:latin typeface="Times New Roman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imes New Roman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imes New Roman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imes New Roman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imes New Roman" pitchFamily="18" charset="0"/>
              </a:defRPr>
            </a:lvl9pPr>
          </a:lstStyle>
          <a:p>
            <a:pPr algn="ctr">
              <a:spcBef>
                <a:spcPct val="50000"/>
              </a:spcBef>
            </a:pPr>
            <a:r>
              <a:rPr lang="es-MX" sz="3200" b="1" dirty="0">
                <a:solidFill>
                  <a:schemeClr val="accent4">
                    <a:lumMod val="50000"/>
                  </a:schemeClr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Dom Casual" charset="0"/>
                <a:ea typeface="+mj-ea"/>
                <a:cs typeface="+mj-cs"/>
              </a:rPr>
              <a:t>WAN sobre conexión dedicada </a:t>
            </a:r>
          </a:p>
          <a:p>
            <a:pPr algn="ctr"/>
            <a:r>
              <a:rPr lang="es-MX" sz="1800" b="1" dirty="0">
                <a:solidFill>
                  <a:schemeClr val="accent3">
                    <a:lumMod val="75000"/>
                  </a:schemeClr>
                </a:solidFill>
                <a:latin typeface="Dom Casual" charset="0"/>
                <a:ea typeface="+mj-ea"/>
                <a:cs typeface="+mj-cs"/>
              </a:rPr>
              <a:t>(línea arrendada – Leased line)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E4626426-F9D3-F529-A184-579EC61354C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524844"/>
            <a:ext cx="9144000" cy="43597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12140215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4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7" dur="500"/>
                                        <p:tgtEl>
                                          <p:spTgt spid="266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629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9" name="Text Box 5"/>
          <p:cNvSpPr txBox="1">
            <a:spLocks noChangeArrowheads="1"/>
          </p:cNvSpPr>
          <p:nvPr/>
        </p:nvSpPr>
        <p:spPr bwMode="auto">
          <a:xfrm>
            <a:off x="467544" y="1318999"/>
            <a:ext cx="8352928" cy="78534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sz="1600">
                <a:solidFill>
                  <a:schemeClr val="tx1"/>
                </a:solidFill>
                <a:latin typeface="Times New Roman" pitchFamily="18" charset="0"/>
              </a:defRPr>
            </a:lvl1pPr>
            <a:lvl2pPr marL="742950" indent="-285750">
              <a:defRPr sz="1600">
                <a:solidFill>
                  <a:schemeClr val="tx1"/>
                </a:solidFill>
                <a:latin typeface="Times New Roman" pitchFamily="18" charset="0"/>
              </a:defRPr>
            </a:lvl2pPr>
            <a:lvl3pPr marL="1143000" indent="-228600">
              <a:defRPr sz="1600">
                <a:solidFill>
                  <a:schemeClr val="tx1"/>
                </a:solidFill>
                <a:latin typeface="Times New Roman" pitchFamily="18" charset="0"/>
              </a:defRPr>
            </a:lvl3pPr>
            <a:lvl4pPr marL="1600200" indent="-228600">
              <a:defRPr sz="1600">
                <a:solidFill>
                  <a:schemeClr val="tx1"/>
                </a:solidFill>
                <a:latin typeface="Times New Roman" pitchFamily="18" charset="0"/>
              </a:defRPr>
            </a:lvl4pPr>
            <a:lvl5pPr marL="2057400" indent="-228600">
              <a:defRPr sz="1600">
                <a:solidFill>
                  <a:schemeClr val="tx1"/>
                </a:solidFill>
                <a:latin typeface="Times New Roman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imes New Roman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imes New Roman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imes New Roman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imes New Roman" pitchFamily="18" charset="0"/>
              </a:defRPr>
            </a:lvl9pPr>
          </a:lstStyle>
          <a:p>
            <a:pPr algn="just">
              <a:lnSpc>
                <a:spcPct val="150000"/>
              </a:lnSpc>
            </a:pPr>
            <a:r>
              <a:rPr lang="es-ES" dirty="0">
                <a:solidFill>
                  <a:schemeClr val="tx1">
                    <a:lumMod val="95000"/>
                    <a:lumOff val="5000"/>
                  </a:schemeClr>
                </a:solidFill>
                <a:latin typeface="Arial" pitchFamily="34" charset="0"/>
                <a:cs typeface="Arial" pitchFamily="34" charset="0"/>
              </a:rPr>
              <a:t>Esta no es una conexión compartida, no está conectada a Internet, es una </a:t>
            </a:r>
            <a:r>
              <a:rPr lang="es-ES" b="1" dirty="0">
                <a:solidFill>
                  <a:schemeClr val="tx1">
                    <a:lumMod val="95000"/>
                    <a:lumOff val="5000"/>
                  </a:schemeClr>
                </a:solidFill>
                <a:latin typeface="Arial" pitchFamily="34" charset="0"/>
                <a:cs typeface="Arial" pitchFamily="34" charset="0"/>
              </a:rPr>
              <a:t>conexión privada </a:t>
            </a:r>
            <a:r>
              <a:rPr lang="es-ES" dirty="0">
                <a:solidFill>
                  <a:schemeClr val="tx1">
                    <a:lumMod val="95000"/>
                    <a:lumOff val="5000"/>
                  </a:schemeClr>
                </a:solidFill>
                <a:latin typeface="Arial" pitchFamily="34" charset="0"/>
                <a:cs typeface="Arial" pitchFamily="34" charset="0"/>
              </a:rPr>
              <a:t>que la empresa usa para conectar sus sitios. ¿Conoces está topología?</a:t>
            </a:r>
            <a:endParaRPr lang="es-MX" dirty="0">
              <a:solidFill>
                <a:schemeClr val="tx1">
                  <a:lumMod val="95000"/>
                  <a:lumOff val="5000"/>
                </a:schemeClr>
              </a:solidFill>
              <a:latin typeface="Arial" pitchFamily="34" charset="0"/>
              <a:cs typeface="Arial" pitchFamily="34" charset="0"/>
            </a:endParaRPr>
          </a:p>
        </p:txBody>
      </p:sp>
      <p:sp>
        <p:nvSpPr>
          <p:cNvPr id="3078" name="Text Box 6"/>
          <p:cNvSpPr txBox="1">
            <a:spLocks noChangeArrowheads="1"/>
          </p:cNvSpPr>
          <p:nvPr/>
        </p:nvSpPr>
        <p:spPr bwMode="auto">
          <a:xfrm>
            <a:off x="766475" y="96145"/>
            <a:ext cx="7539037" cy="86177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sz="1600">
                <a:solidFill>
                  <a:schemeClr val="tx1"/>
                </a:solidFill>
                <a:latin typeface="Times New Roman" pitchFamily="18" charset="0"/>
              </a:defRPr>
            </a:lvl1pPr>
            <a:lvl2pPr marL="742950" indent="-285750">
              <a:defRPr sz="1600">
                <a:solidFill>
                  <a:schemeClr val="tx1"/>
                </a:solidFill>
                <a:latin typeface="Times New Roman" pitchFamily="18" charset="0"/>
              </a:defRPr>
            </a:lvl2pPr>
            <a:lvl3pPr marL="1143000" indent="-228600">
              <a:defRPr sz="1600">
                <a:solidFill>
                  <a:schemeClr val="tx1"/>
                </a:solidFill>
                <a:latin typeface="Times New Roman" pitchFamily="18" charset="0"/>
              </a:defRPr>
            </a:lvl3pPr>
            <a:lvl4pPr marL="1600200" indent="-228600">
              <a:defRPr sz="1600">
                <a:solidFill>
                  <a:schemeClr val="tx1"/>
                </a:solidFill>
                <a:latin typeface="Times New Roman" pitchFamily="18" charset="0"/>
              </a:defRPr>
            </a:lvl4pPr>
            <a:lvl5pPr marL="2057400" indent="-228600">
              <a:defRPr sz="1600">
                <a:solidFill>
                  <a:schemeClr val="tx1"/>
                </a:solidFill>
                <a:latin typeface="Times New Roman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imes New Roman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imes New Roman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imes New Roman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imes New Roman" pitchFamily="18" charset="0"/>
              </a:defRPr>
            </a:lvl9pPr>
          </a:lstStyle>
          <a:p>
            <a:pPr algn="ctr">
              <a:spcBef>
                <a:spcPct val="50000"/>
              </a:spcBef>
            </a:pPr>
            <a:r>
              <a:rPr lang="es-MX" sz="3200" b="1" dirty="0">
                <a:solidFill>
                  <a:schemeClr val="accent4">
                    <a:lumMod val="50000"/>
                  </a:schemeClr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Dom Casual" charset="0"/>
                <a:ea typeface="+mj-ea"/>
                <a:cs typeface="+mj-cs"/>
              </a:rPr>
              <a:t>WAN sobre conexión dedicada </a:t>
            </a:r>
          </a:p>
          <a:p>
            <a:pPr algn="ctr"/>
            <a:r>
              <a:rPr lang="es-MX" sz="1800" b="1" dirty="0">
                <a:solidFill>
                  <a:schemeClr val="accent3">
                    <a:lumMod val="75000"/>
                  </a:schemeClr>
                </a:solidFill>
                <a:latin typeface="Dom Casual" charset="0"/>
                <a:ea typeface="+mj-ea"/>
                <a:cs typeface="+mj-cs"/>
              </a:rPr>
              <a:t>(línea arrendada – Leased line)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E4626426-F9D3-F529-A184-579EC61354C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489753"/>
            <a:ext cx="9144000" cy="43597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61955667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4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7" dur="500"/>
                                        <p:tgtEl>
                                          <p:spTgt spid="266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629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9" name="Text Box 5"/>
          <p:cNvSpPr txBox="1">
            <a:spLocks noChangeArrowheads="1"/>
          </p:cNvSpPr>
          <p:nvPr/>
        </p:nvSpPr>
        <p:spPr bwMode="auto">
          <a:xfrm>
            <a:off x="287521" y="1181027"/>
            <a:ext cx="8496944" cy="11546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sz="1600">
                <a:solidFill>
                  <a:schemeClr val="tx1"/>
                </a:solidFill>
                <a:latin typeface="Times New Roman" pitchFamily="18" charset="0"/>
              </a:defRPr>
            </a:lvl1pPr>
            <a:lvl2pPr marL="742950" indent="-285750">
              <a:defRPr sz="1600">
                <a:solidFill>
                  <a:schemeClr val="tx1"/>
                </a:solidFill>
                <a:latin typeface="Times New Roman" pitchFamily="18" charset="0"/>
              </a:defRPr>
            </a:lvl2pPr>
            <a:lvl3pPr marL="1143000" indent="-228600">
              <a:defRPr sz="1600">
                <a:solidFill>
                  <a:schemeClr val="tx1"/>
                </a:solidFill>
                <a:latin typeface="Times New Roman" pitchFamily="18" charset="0"/>
              </a:defRPr>
            </a:lvl3pPr>
            <a:lvl4pPr marL="1600200" indent="-228600">
              <a:defRPr sz="1600">
                <a:solidFill>
                  <a:schemeClr val="tx1"/>
                </a:solidFill>
                <a:latin typeface="Times New Roman" pitchFamily="18" charset="0"/>
              </a:defRPr>
            </a:lvl4pPr>
            <a:lvl5pPr marL="2057400" indent="-228600">
              <a:defRPr sz="1600">
                <a:solidFill>
                  <a:schemeClr val="tx1"/>
                </a:solidFill>
                <a:latin typeface="Times New Roman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imes New Roman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imes New Roman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imes New Roman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imes New Roman" pitchFamily="18" charset="0"/>
              </a:defRPr>
            </a:lvl9pPr>
          </a:lstStyle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s-ES" dirty="0">
                <a:solidFill>
                  <a:schemeClr val="tx1">
                    <a:lumMod val="95000"/>
                    <a:lumOff val="5000"/>
                  </a:schemeClr>
                </a:solidFill>
                <a:latin typeface="Arial" pitchFamily="34" charset="0"/>
                <a:cs typeface="Arial" pitchFamily="34" charset="0"/>
              </a:rPr>
              <a:t>Cuando hablamos de WANs un término muy común es </a:t>
            </a:r>
            <a:r>
              <a:rPr lang="es-ES" b="1" dirty="0">
                <a:solidFill>
                  <a:schemeClr val="accent6">
                    <a:lumMod val="75000"/>
                  </a:schemeClr>
                </a:solidFill>
                <a:latin typeface="Arial" pitchFamily="34" charset="0"/>
                <a:cs typeface="Arial" pitchFamily="34" charset="0"/>
              </a:rPr>
              <a:t>hub and spoke</a:t>
            </a:r>
            <a:r>
              <a:rPr lang="es-ES" dirty="0">
                <a:solidFill>
                  <a:schemeClr val="accent6">
                    <a:lumMod val="75000"/>
                  </a:schemeClr>
                </a:solidFill>
                <a:latin typeface="Arial" pitchFamily="34" charset="0"/>
                <a:cs typeface="Arial" pitchFamily="34" charset="0"/>
              </a:rPr>
              <a:t>.</a:t>
            </a:r>
            <a:endParaRPr lang="es-ES" dirty="0">
              <a:solidFill>
                <a:schemeClr val="tx1">
                  <a:lumMod val="95000"/>
                  <a:lumOff val="5000"/>
                </a:schemeClr>
              </a:solidFill>
              <a:latin typeface="Arial" pitchFamily="34" charset="0"/>
              <a:cs typeface="Arial" pitchFamily="34" charset="0"/>
            </a:endParaRP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s-ES" dirty="0">
                <a:solidFill>
                  <a:schemeClr val="tx1">
                    <a:lumMod val="95000"/>
                    <a:lumOff val="5000"/>
                  </a:schemeClr>
                </a:solidFill>
                <a:latin typeface="Arial" pitchFamily="34" charset="0"/>
                <a:cs typeface="Arial" pitchFamily="34" charset="0"/>
              </a:rPr>
              <a:t>El sitio central, el </a:t>
            </a:r>
            <a:r>
              <a:rPr lang="es-ES" b="1" dirty="0">
                <a:solidFill>
                  <a:schemeClr val="tx1">
                    <a:lumMod val="95000"/>
                    <a:lumOff val="5000"/>
                  </a:schemeClr>
                </a:solidFill>
                <a:latin typeface="Arial" pitchFamily="34" charset="0"/>
                <a:cs typeface="Arial" pitchFamily="34" charset="0"/>
              </a:rPr>
              <a:t>centro de datos</a:t>
            </a:r>
            <a:r>
              <a:rPr lang="es-ES" dirty="0">
                <a:solidFill>
                  <a:schemeClr val="tx1">
                    <a:lumMod val="95000"/>
                    <a:lumOff val="5000"/>
                  </a:schemeClr>
                </a:solidFill>
                <a:latin typeface="Arial" pitchFamily="34" charset="0"/>
                <a:cs typeface="Arial" pitchFamily="34" charset="0"/>
              </a:rPr>
              <a:t>, se denomina </a:t>
            </a:r>
            <a:r>
              <a:rPr lang="es-ES" b="1" dirty="0">
                <a:solidFill>
                  <a:schemeClr val="accent6">
                    <a:lumMod val="75000"/>
                  </a:schemeClr>
                </a:solidFill>
                <a:latin typeface="Arial" pitchFamily="34" charset="0"/>
                <a:cs typeface="Arial" pitchFamily="34" charset="0"/>
              </a:rPr>
              <a:t>hub</a:t>
            </a:r>
            <a:r>
              <a:rPr lang="es-ES" dirty="0">
                <a:solidFill>
                  <a:schemeClr val="tx1">
                    <a:lumMod val="95000"/>
                    <a:lumOff val="5000"/>
                  </a:schemeClr>
                </a:solidFill>
                <a:latin typeface="Arial" pitchFamily="34" charset="0"/>
                <a:cs typeface="Arial" pitchFamily="34" charset="0"/>
              </a:rPr>
              <a:t>, y los </a:t>
            </a:r>
            <a:r>
              <a:rPr lang="es-ES" b="1" dirty="0">
                <a:solidFill>
                  <a:schemeClr val="tx1">
                    <a:lumMod val="95000"/>
                    <a:lumOff val="5000"/>
                  </a:schemeClr>
                </a:solidFill>
                <a:latin typeface="Arial" pitchFamily="34" charset="0"/>
                <a:cs typeface="Arial" pitchFamily="34" charset="0"/>
              </a:rPr>
              <a:t>sitios de oficina </a:t>
            </a:r>
            <a:r>
              <a:rPr lang="es-ES" dirty="0">
                <a:solidFill>
                  <a:schemeClr val="tx1">
                    <a:lumMod val="95000"/>
                    <a:lumOff val="5000"/>
                  </a:schemeClr>
                </a:solidFill>
                <a:latin typeface="Arial" pitchFamily="34" charset="0"/>
                <a:cs typeface="Arial" pitchFamily="34" charset="0"/>
              </a:rPr>
              <a:t>que se conectan al </a:t>
            </a:r>
            <a:r>
              <a:rPr lang="es-ES" b="1" dirty="0">
                <a:solidFill>
                  <a:schemeClr val="accent6">
                    <a:lumMod val="75000"/>
                  </a:schemeClr>
                </a:solidFill>
                <a:latin typeface="Arial" pitchFamily="34" charset="0"/>
                <a:cs typeface="Arial" pitchFamily="34" charset="0"/>
              </a:rPr>
              <a:t>hub</a:t>
            </a:r>
            <a:r>
              <a:rPr lang="es-ES" dirty="0">
                <a:solidFill>
                  <a:schemeClr val="tx1">
                    <a:lumMod val="95000"/>
                    <a:lumOff val="5000"/>
                  </a:schemeClr>
                </a:solidFill>
                <a:latin typeface="Arial" pitchFamily="34" charset="0"/>
                <a:cs typeface="Arial" pitchFamily="34" charset="0"/>
              </a:rPr>
              <a:t> se denominan </a:t>
            </a:r>
            <a:r>
              <a:rPr lang="es-ES" b="1" dirty="0">
                <a:solidFill>
                  <a:schemeClr val="accent6">
                    <a:lumMod val="75000"/>
                  </a:schemeClr>
                </a:solidFill>
                <a:latin typeface="Arial" pitchFamily="34" charset="0"/>
                <a:cs typeface="Arial" pitchFamily="34" charset="0"/>
              </a:rPr>
              <a:t>spokes</a:t>
            </a:r>
            <a:r>
              <a:rPr lang="es-ES" dirty="0">
                <a:solidFill>
                  <a:schemeClr val="tx1">
                    <a:lumMod val="95000"/>
                    <a:lumOff val="5000"/>
                  </a:schemeClr>
                </a:solidFill>
                <a:latin typeface="Arial" pitchFamily="34" charset="0"/>
                <a:cs typeface="Arial" pitchFamily="34" charset="0"/>
              </a:rPr>
              <a:t>.</a:t>
            </a:r>
            <a:endParaRPr lang="es-MX" dirty="0">
              <a:solidFill>
                <a:schemeClr val="tx1">
                  <a:lumMod val="95000"/>
                  <a:lumOff val="5000"/>
                </a:schemeClr>
              </a:solidFill>
              <a:latin typeface="Arial" pitchFamily="34" charset="0"/>
              <a:cs typeface="Arial" pitchFamily="34" charset="0"/>
            </a:endParaRPr>
          </a:p>
        </p:txBody>
      </p:sp>
      <p:sp>
        <p:nvSpPr>
          <p:cNvPr id="3078" name="Text Box 6"/>
          <p:cNvSpPr txBox="1">
            <a:spLocks noChangeArrowheads="1"/>
          </p:cNvSpPr>
          <p:nvPr/>
        </p:nvSpPr>
        <p:spPr bwMode="auto">
          <a:xfrm>
            <a:off x="766475" y="96145"/>
            <a:ext cx="7539037" cy="86177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sz="1600">
                <a:solidFill>
                  <a:schemeClr val="tx1"/>
                </a:solidFill>
                <a:latin typeface="Times New Roman" pitchFamily="18" charset="0"/>
              </a:defRPr>
            </a:lvl1pPr>
            <a:lvl2pPr marL="742950" indent="-285750">
              <a:defRPr sz="1600">
                <a:solidFill>
                  <a:schemeClr val="tx1"/>
                </a:solidFill>
                <a:latin typeface="Times New Roman" pitchFamily="18" charset="0"/>
              </a:defRPr>
            </a:lvl2pPr>
            <a:lvl3pPr marL="1143000" indent="-228600">
              <a:defRPr sz="1600">
                <a:solidFill>
                  <a:schemeClr val="tx1"/>
                </a:solidFill>
                <a:latin typeface="Times New Roman" pitchFamily="18" charset="0"/>
              </a:defRPr>
            </a:lvl3pPr>
            <a:lvl4pPr marL="1600200" indent="-228600">
              <a:defRPr sz="1600">
                <a:solidFill>
                  <a:schemeClr val="tx1"/>
                </a:solidFill>
                <a:latin typeface="Times New Roman" pitchFamily="18" charset="0"/>
              </a:defRPr>
            </a:lvl4pPr>
            <a:lvl5pPr marL="2057400" indent="-228600">
              <a:defRPr sz="1600">
                <a:solidFill>
                  <a:schemeClr val="tx1"/>
                </a:solidFill>
                <a:latin typeface="Times New Roman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imes New Roman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imes New Roman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imes New Roman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imes New Roman" pitchFamily="18" charset="0"/>
              </a:defRPr>
            </a:lvl9pPr>
          </a:lstStyle>
          <a:p>
            <a:pPr algn="ctr">
              <a:spcBef>
                <a:spcPct val="50000"/>
              </a:spcBef>
            </a:pPr>
            <a:r>
              <a:rPr lang="es-MX" sz="3200" b="1" dirty="0">
                <a:solidFill>
                  <a:schemeClr val="accent4">
                    <a:lumMod val="50000"/>
                  </a:schemeClr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Dom Casual" charset="0"/>
                <a:ea typeface="+mj-ea"/>
                <a:cs typeface="+mj-cs"/>
              </a:rPr>
              <a:t>WAN sobre conexión dedicada </a:t>
            </a:r>
          </a:p>
          <a:p>
            <a:pPr algn="ctr"/>
            <a:r>
              <a:rPr lang="es-MX" sz="1800" b="1" dirty="0">
                <a:solidFill>
                  <a:schemeClr val="accent3">
                    <a:lumMod val="75000"/>
                  </a:schemeClr>
                </a:solidFill>
                <a:latin typeface="Dom Casual" charset="0"/>
                <a:ea typeface="+mj-ea"/>
                <a:cs typeface="+mj-cs"/>
              </a:rPr>
              <a:t>(línea arrendada – Leased line)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10F29C1D-B777-6D58-97DF-AFB30CA1E2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558955"/>
            <a:ext cx="9144000" cy="4299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2114745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4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7" dur="500"/>
                                        <p:tgtEl>
                                          <p:spTgt spid="266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629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9" name="Text Box 5"/>
          <p:cNvSpPr txBox="1">
            <a:spLocks noChangeArrowheads="1"/>
          </p:cNvSpPr>
          <p:nvPr/>
        </p:nvSpPr>
        <p:spPr bwMode="auto">
          <a:xfrm>
            <a:off x="323528" y="1196752"/>
            <a:ext cx="8352928" cy="12875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sz="1600">
                <a:solidFill>
                  <a:schemeClr val="tx1"/>
                </a:solidFill>
                <a:latin typeface="Times New Roman" pitchFamily="18" charset="0"/>
              </a:defRPr>
            </a:lvl1pPr>
            <a:lvl2pPr marL="742950" indent="-285750">
              <a:defRPr sz="1600">
                <a:solidFill>
                  <a:schemeClr val="tx1"/>
                </a:solidFill>
                <a:latin typeface="Times New Roman" pitchFamily="18" charset="0"/>
              </a:defRPr>
            </a:lvl2pPr>
            <a:lvl3pPr marL="1143000" indent="-228600">
              <a:defRPr sz="1600">
                <a:solidFill>
                  <a:schemeClr val="tx1"/>
                </a:solidFill>
                <a:latin typeface="Times New Roman" pitchFamily="18" charset="0"/>
              </a:defRPr>
            </a:lvl3pPr>
            <a:lvl4pPr marL="1600200" indent="-228600">
              <a:defRPr sz="1600">
                <a:solidFill>
                  <a:schemeClr val="tx1"/>
                </a:solidFill>
                <a:latin typeface="Times New Roman" pitchFamily="18" charset="0"/>
              </a:defRPr>
            </a:lvl4pPr>
            <a:lvl5pPr marL="2057400" indent="-228600">
              <a:defRPr sz="1600">
                <a:solidFill>
                  <a:schemeClr val="tx1"/>
                </a:solidFill>
                <a:latin typeface="Times New Roman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imes New Roman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imes New Roman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imes New Roman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imes New Roman" pitchFamily="18" charset="0"/>
              </a:defRPr>
            </a:lvl9pPr>
          </a:lstStyle>
          <a:p>
            <a:pPr algn="just">
              <a:lnSpc>
                <a:spcPct val="150000"/>
              </a:lnSpc>
            </a:pPr>
            <a:r>
              <a:rPr lang="es-ES" sz="1800" dirty="0">
                <a:solidFill>
                  <a:schemeClr val="tx1">
                    <a:lumMod val="95000"/>
                    <a:lumOff val="5000"/>
                  </a:schemeClr>
                </a:solidFill>
                <a:latin typeface="Arial" pitchFamily="34" charset="0"/>
                <a:cs typeface="Arial" pitchFamily="34" charset="0"/>
              </a:rPr>
              <a:t>Una de las mayores ventajas de la topología</a:t>
            </a:r>
            <a:r>
              <a:rPr lang="es-ES" sz="1800" b="1" dirty="0">
                <a:solidFill>
                  <a:schemeClr val="accent6">
                    <a:lumMod val="75000"/>
                  </a:schemeClr>
                </a:solidFill>
                <a:latin typeface="Arial" pitchFamily="34" charset="0"/>
                <a:cs typeface="Arial" pitchFamily="34" charset="0"/>
              </a:rPr>
              <a:t> hub-and-sopoke</a:t>
            </a:r>
            <a:r>
              <a:rPr lang="es-ES" sz="1800" dirty="0">
                <a:solidFill>
                  <a:schemeClr val="tx1">
                    <a:lumMod val="95000"/>
                    <a:lumOff val="5000"/>
                  </a:schemeClr>
                </a:solidFill>
                <a:latin typeface="Arial" pitchFamily="34" charset="0"/>
                <a:cs typeface="Arial" pitchFamily="34" charset="0"/>
              </a:rPr>
              <a:t>, es que es más fácil </a:t>
            </a:r>
            <a:r>
              <a:rPr lang="es-ES" sz="1800" b="1" dirty="0">
                <a:solidFill>
                  <a:schemeClr val="tx1">
                    <a:lumMod val="95000"/>
                    <a:lumOff val="5000"/>
                  </a:schemeClr>
                </a:solidFill>
                <a:latin typeface="Arial" pitchFamily="34" charset="0"/>
                <a:cs typeface="Arial" pitchFamily="34" charset="0"/>
              </a:rPr>
              <a:t>controlar centralizadamente el tráfico </a:t>
            </a:r>
            <a:r>
              <a:rPr lang="es-ES" sz="1800" dirty="0">
                <a:solidFill>
                  <a:schemeClr val="tx1">
                    <a:lumMod val="95000"/>
                    <a:lumOff val="5000"/>
                  </a:schemeClr>
                </a:solidFill>
                <a:latin typeface="Arial" pitchFamily="34" charset="0"/>
                <a:cs typeface="Arial" pitchFamily="34" charset="0"/>
              </a:rPr>
              <a:t>que está permitido y el que no está permitido. </a:t>
            </a:r>
            <a:endParaRPr lang="es-MX" sz="1800" dirty="0">
              <a:solidFill>
                <a:schemeClr val="accent6">
                  <a:lumMod val="75000"/>
                </a:schemeClr>
              </a:solidFill>
              <a:latin typeface="Arial" pitchFamily="34" charset="0"/>
              <a:cs typeface="Arial" pitchFamily="34" charset="0"/>
            </a:endParaRPr>
          </a:p>
        </p:txBody>
      </p:sp>
      <p:sp>
        <p:nvSpPr>
          <p:cNvPr id="3078" name="Text Box 6"/>
          <p:cNvSpPr txBox="1">
            <a:spLocks noChangeArrowheads="1"/>
          </p:cNvSpPr>
          <p:nvPr/>
        </p:nvSpPr>
        <p:spPr bwMode="auto">
          <a:xfrm>
            <a:off x="766475" y="96145"/>
            <a:ext cx="7539037" cy="86177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sz="1600">
                <a:solidFill>
                  <a:schemeClr val="tx1"/>
                </a:solidFill>
                <a:latin typeface="Times New Roman" pitchFamily="18" charset="0"/>
              </a:defRPr>
            </a:lvl1pPr>
            <a:lvl2pPr marL="742950" indent="-285750">
              <a:defRPr sz="1600">
                <a:solidFill>
                  <a:schemeClr val="tx1"/>
                </a:solidFill>
                <a:latin typeface="Times New Roman" pitchFamily="18" charset="0"/>
              </a:defRPr>
            </a:lvl2pPr>
            <a:lvl3pPr marL="1143000" indent="-228600">
              <a:defRPr sz="1600">
                <a:solidFill>
                  <a:schemeClr val="tx1"/>
                </a:solidFill>
                <a:latin typeface="Times New Roman" pitchFamily="18" charset="0"/>
              </a:defRPr>
            </a:lvl3pPr>
            <a:lvl4pPr marL="1600200" indent="-228600">
              <a:defRPr sz="1600">
                <a:solidFill>
                  <a:schemeClr val="tx1"/>
                </a:solidFill>
                <a:latin typeface="Times New Roman" pitchFamily="18" charset="0"/>
              </a:defRPr>
            </a:lvl4pPr>
            <a:lvl5pPr marL="2057400" indent="-228600">
              <a:defRPr sz="1600">
                <a:solidFill>
                  <a:schemeClr val="tx1"/>
                </a:solidFill>
                <a:latin typeface="Times New Roman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imes New Roman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imes New Roman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imes New Roman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imes New Roman" pitchFamily="18" charset="0"/>
              </a:defRPr>
            </a:lvl9pPr>
          </a:lstStyle>
          <a:p>
            <a:pPr algn="ctr">
              <a:spcBef>
                <a:spcPct val="50000"/>
              </a:spcBef>
            </a:pPr>
            <a:r>
              <a:rPr lang="es-MX" sz="3200" b="1" dirty="0">
                <a:solidFill>
                  <a:schemeClr val="accent4">
                    <a:lumMod val="50000"/>
                  </a:schemeClr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Dom Casual" charset="0"/>
                <a:ea typeface="+mj-ea"/>
                <a:cs typeface="+mj-cs"/>
              </a:rPr>
              <a:t>WAN sobre conexión dedicada </a:t>
            </a:r>
          </a:p>
          <a:p>
            <a:pPr algn="ctr"/>
            <a:r>
              <a:rPr lang="es-MX" sz="1800" b="1" dirty="0">
                <a:solidFill>
                  <a:schemeClr val="accent3">
                    <a:lumMod val="75000"/>
                  </a:schemeClr>
                </a:solidFill>
                <a:latin typeface="Dom Casual" charset="0"/>
                <a:ea typeface="+mj-ea"/>
                <a:cs typeface="+mj-cs"/>
              </a:rPr>
              <a:t>(línea arrendada – Leased line)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10F29C1D-B777-6D58-97DF-AFB30CA1E2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546636"/>
            <a:ext cx="9144000" cy="4299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61259835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4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7" dur="500"/>
                                        <p:tgtEl>
                                          <p:spTgt spid="266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629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9" name="Text Box 5"/>
          <p:cNvSpPr txBox="1">
            <a:spLocks noChangeArrowheads="1"/>
          </p:cNvSpPr>
          <p:nvPr/>
        </p:nvSpPr>
        <p:spPr bwMode="auto">
          <a:xfrm>
            <a:off x="440669" y="1322420"/>
            <a:ext cx="8262661" cy="87203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sz="1600">
                <a:solidFill>
                  <a:schemeClr val="tx1"/>
                </a:solidFill>
                <a:latin typeface="Times New Roman" pitchFamily="18" charset="0"/>
              </a:defRPr>
            </a:lvl1pPr>
            <a:lvl2pPr marL="742950" indent="-285750">
              <a:defRPr sz="1600">
                <a:solidFill>
                  <a:schemeClr val="tx1"/>
                </a:solidFill>
                <a:latin typeface="Times New Roman" pitchFamily="18" charset="0"/>
              </a:defRPr>
            </a:lvl2pPr>
            <a:lvl3pPr marL="1143000" indent="-228600">
              <a:defRPr sz="1600">
                <a:solidFill>
                  <a:schemeClr val="tx1"/>
                </a:solidFill>
                <a:latin typeface="Times New Roman" pitchFamily="18" charset="0"/>
              </a:defRPr>
            </a:lvl3pPr>
            <a:lvl4pPr marL="1600200" indent="-228600">
              <a:defRPr sz="1600">
                <a:solidFill>
                  <a:schemeClr val="tx1"/>
                </a:solidFill>
                <a:latin typeface="Times New Roman" pitchFamily="18" charset="0"/>
              </a:defRPr>
            </a:lvl4pPr>
            <a:lvl5pPr marL="2057400" indent="-228600">
              <a:defRPr sz="1600">
                <a:solidFill>
                  <a:schemeClr val="tx1"/>
                </a:solidFill>
                <a:latin typeface="Times New Roman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imes New Roman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imes New Roman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imes New Roman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imes New Roman" pitchFamily="18" charset="0"/>
              </a:defRPr>
            </a:lvl9pPr>
          </a:lstStyle>
          <a:p>
            <a:pPr algn="just">
              <a:lnSpc>
                <a:spcPct val="150000"/>
              </a:lnSpc>
            </a:pPr>
            <a:r>
              <a:rPr lang="es-ES" sz="1800" dirty="0">
                <a:solidFill>
                  <a:schemeClr val="tx1">
                    <a:lumMod val="95000"/>
                    <a:lumOff val="5000"/>
                  </a:schemeClr>
                </a:solidFill>
                <a:latin typeface="Arial" pitchFamily="34" charset="0"/>
                <a:cs typeface="Arial" pitchFamily="34" charset="0"/>
              </a:rPr>
              <a:t>Este diagrama no es exactamente una representación precisa de las </a:t>
            </a:r>
            <a:r>
              <a:rPr lang="es-ES" sz="1800" b="1" dirty="0">
                <a:solidFill>
                  <a:schemeClr val="accent6">
                    <a:lumMod val="75000"/>
                  </a:schemeClr>
                </a:solidFill>
                <a:latin typeface="Arial" pitchFamily="34" charset="0"/>
                <a:cs typeface="Arial" pitchFamily="34" charset="0"/>
              </a:rPr>
              <a:t>líneas arrendadas</a:t>
            </a:r>
            <a:r>
              <a:rPr lang="es-ES" sz="1800" dirty="0">
                <a:solidFill>
                  <a:schemeClr val="tx1">
                    <a:lumMod val="95000"/>
                    <a:lumOff val="5000"/>
                  </a:schemeClr>
                </a:solidFill>
                <a:latin typeface="Arial" pitchFamily="34" charset="0"/>
                <a:cs typeface="Arial" pitchFamily="34" charset="0"/>
              </a:rPr>
              <a:t>. </a:t>
            </a:r>
            <a:endParaRPr lang="es-MX" sz="1800" dirty="0">
              <a:solidFill>
                <a:schemeClr val="accent6">
                  <a:lumMod val="75000"/>
                </a:schemeClr>
              </a:solidFill>
              <a:latin typeface="Arial" pitchFamily="34" charset="0"/>
              <a:cs typeface="Arial" pitchFamily="34" charset="0"/>
            </a:endParaRPr>
          </a:p>
        </p:txBody>
      </p:sp>
      <p:sp>
        <p:nvSpPr>
          <p:cNvPr id="3078" name="Text Box 6"/>
          <p:cNvSpPr txBox="1">
            <a:spLocks noChangeArrowheads="1"/>
          </p:cNvSpPr>
          <p:nvPr/>
        </p:nvSpPr>
        <p:spPr bwMode="auto">
          <a:xfrm>
            <a:off x="802480" y="278396"/>
            <a:ext cx="7539037" cy="86177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sz="1600">
                <a:solidFill>
                  <a:schemeClr val="tx1"/>
                </a:solidFill>
                <a:latin typeface="Times New Roman" pitchFamily="18" charset="0"/>
              </a:defRPr>
            </a:lvl1pPr>
            <a:lvl2pPr marL="742950" indent="-285750">
              <a:defRPr sz="1600">
                <a:solidFill>
                  <a:schemeClr val="tx1"/>
                </a:solidFill>
                <a:latin typeface="Times New Roman" pitchFamily="18" charset="0"/>
              </a:defRPr>
            </a:lvl2pPr>
            <a:lvl3pPr marL="1143000" indent="-228600">
              <a:defRPr sz="1600">
                <a:solidFill>
                  <a:schemeClr val="tx1"/>
                </a:solidFill>
                <a:latin typeface="Times New Roman" pitchFamily="18" charset="0"/>
              </a:defRPr>
            </a:lvl3pPr>
            <a:lvl4pPr marL="1600200" indent="-228600">
              <a:defRPr sz="1600">
                <a:solidFill>
                  <a:schemeClr val="tx1"/>
                </a:solidFill>
                <a:latin typeface="Times New Roman" pitchFamily="18" charset="0"/>
              </a:defRPr>
            </a:lvl4pPr>
            <a:lvl5pPr marL="2057400" indent="-228600">
              <a:defRPr sz="1600">
                <a:solidFill>
                  <a:schemeClr val="tx1"/>
                </a:solidFill>
                <a:latin typeface="Times New Roman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imes New Roman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imes New Roman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imes New Roman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imes New Roman" pitchFamily="18" charset="0"/>
              </a:defRPr>
            </a:lvl9pPr>
          </a:lstStyle>
          <a:p>
            <a:pPr algn="ctr">
              <a:spcBef>
                <a:spcPct val="50000"/>
              </a:spcBef>
            </a:pPr>
            <a:r>
              <a:rPr lang="es-MX" sz="3200" b="1" dirty="0">
                <a:solidFill>
                  <a:schemeClr val="accent4">
                    <a:lumMod val="50000"/>
                  </a:schemeClr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Dom Casual" charset="0"/>
                <a:ea typeface="+mj-ea"/>
                <a:cs typeface="+mj-cs"/>
              </a:rPr>
              <a:t>WAN sobre conexión dedicada </a:t>
            </a:r>
          </a:p>
          <a:p>
            <a:pPr algn="ctr"/>
            <a:r>
              <a:rPr lang="es-MX" sz="1800" b="1" dirty="0">
                <a:solidFill>
                  <a:schemeClr val="accent3">
                    <a:lumMod val="75000"/>
                  </a:schemeClr>
                </a:solidFill>
                <a:latin typeface="Dom Casual" charset="0"/>
                <a:ea typeface="+mj-ea"/>
                <a:cs typeface="+mj-cs"/>
              </a:rPr>
              <a:t>(línea arrendada – Leased line)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10F29C1D-B777-6D58-97DF-AFB30CA1E2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558955"/>
            <a:ext cx="9144000" cy="4299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2420213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4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7" dur="500"/>
                                        <p:tgtEl>
                                          <p:spTgt spid="266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629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9" name="Text Box 5"/>
          <p:cNvSpPr txBox="1">
            <a:spLocks noChangeArrowheads="1"/>
          </p:cNvSpPr>
          <p:nvPr/>
        </p:nvSpPr>
        <p:spPr bwMode="auto">
          <a:xfrm>
            <a:off x="467544" y="1149742"/>
            <a:ext cx="8208912" cy="11546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sz="1600">
                <a:solidFill>
                  <a:schemeClr val="tx1"/>
                </a:solidFill>
                <a:latin typeface="Times New Roman" pitchFamily="18" charset="0"/>
              </a:defRPr>
            </a:lvl1pPr>
            <a:lvl2pPr marL="742950" indent="-285750">
              <a:defRPr sz="1600">
                <a:solidFill>
                  <a:schemeClr val="tx1"/>
                </a:solidFill>
                <a:latin typeface="Times New Roman" pitchFamily="18" charset="0"/>
              </a:defRPr>
            </a:lvl2pPr>
            <a:lvl3pPr marL="1143000" indent="-228600">
              <a:defRPr sz="1600">
                <a:solidFill>
                  <a:schemeClr val="tx1"/>
                </a:solidFill>
                <a:latin typeface="Times New Roman" pitchFamily="18" charset="0"/>
              </a:defRPr>
            </a:lvl3pPr>
            <a:lvl4pPr marL="1600200" indent="-228600">
              <a:defRPr sz="1600">
                <a:solidFill>
                  <a:schemeClr val="tx1"/>
                </a:solidFill>
                <a:latin typeface="Times New Roman" pitchFamily="18" charset="0"/>
              </a:defRPr>
            </a:lvl4pPr>
            <a:lvl5pPr marL="2057400" indent="-228600">
              <a:defRPr sz="1600">
                <a:solidFill>
                  <a:schemeClr val="tx1"/>
                </a:solidFill>
                <a:latin typeface="Times New Roman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imes New Roman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imes New Roman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imes New Roman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imes New Roman" pitchFamily="18" charset="0"/>
              </a:defRPr>
            </a:lvl9pPr>
          </a:lstStyle>
          <a:p>
            <a:pPr algn="just">
              <a:lnSpc>
                <a:spcPct val="150000"/>
              </a:lnSpc>
            </a:pPr>
            <a:r>
              <a:rPr lang="es-ES" dirty="0">
                <a:solidFill>
                  <a:schemeClr val="tx1">
                    <a:lumMod val="95000"/>
                    <a:lumOff val="5000"/>
                  </a:schemeClr>
                </a:solidFill>
                <a:latin typeface="Arial" pitchFamily="34" charset="0"/>
                <a:cs typeface="Arial" pitchFamily="34" charset="0"/>
              </a:rPr>
              <a:t>Esta es una mejor representación de lo que realmente está pasando. En lugar de un solo cable físico que conecta directamente cada </a:t>
            </a:r>
            <a:r>
              <a:rPr lang="es-ES" b="1" dirty="0">
                <a:solidFill>
                  <a:schemeClr val="tx1">
                    <a:lumMod val="95000"/>
                    <a:lumOff val="5000"/>
                  </a:schemeClr>
                </a:solidFill>
                <a:latin typeface="Arial" pitchFamily="34" charset="0"/>
                <a:cs typeface="Arial" pitchFamily="34" charset="0"/>
              </a:rPr>
              <a:t>sitio </a:t>
            </a:r>
            <a:r>
              <a:rPr lang="es-ES" dirty="0">
                <a:solidFill>
                  <a:schemeClr val="tx1">
                    <a:lumMod val="95000"/>
                    <a:lumOff val="5000"/>
                  </a:schemeClr>
                </a:solidFill>
                <a:latin typeface="Arial" pitchFamily="34" charset="0"/>
                <a:cs typeface="Arial" pitchFamily="34" charset="0"/>
              </a:rPr>
              <a:t>al </a:t>
            </a:r>
            <a:r>
              <a:rPr lang="es-ES" b="1" dirty="0">
                <a:solidFill>
                  <a:schemeClr val="tx1">
                    <a:lumMod val="95000"/>
                    <a:lumOff val="5000"/>
                  </a:schemeClr>
                </a:solidFill>
                <a:latin typeface="Arial" pitchFamily="34" charset="0"/>
                <a:cs typeface="Arial" pitchFamily="34" charset="0"/>
              </a:rPr>
              <a:t>centro de datos</a:t>
            </a:r>
            <a:r>
              <a:rPr lang="es-ES" dirty="0">
                <a:solidFill>
                  <a:schemeClr val="tx1">
                    <a:lumMod val="95000"/>
                    <a:lumOff val="5000"/>
                  </a:schemeClr>
                </a:solidFill>
                <a:latin typeface="Arial" pitchFamily="34" charset="0"/>
                <a:cs typeface="Arial" pitchFamily="34" charset="0"/>
              </a:rPr>
              <a:t>, cada </a:t>
            </a:r>
            <a:r>
              <a:rPr lang="es-ES" b="1" dirty="0">
                <a:solidFill>
                  <a:schemeClr val="accent6">
                    <a:lumMod val="75000"/>
                  </a:schemeClr>
                </a:solidFill>
                <a:latin typeface="Arial" pitchFamily="34" charset="0"/>
                <a:cs typeface="Arial" pitchFamily="34" charset="0"/>
              </a:rPr>
              <a:t>sitio</a:t>
            </a:r>
            <a:r>
              <a:rPr lang="es-ES" dirty="0">
                <a:solidFill>
                  <a:schemeClr val="tx1">
                    <a:lumMod val="95000"/>
                    <a:lumOff val="5000"/>
                  </a:schemeClr>
                </a:solidFill>
                <a:latin typeface="Arial" pitchFamily="34" charset="0"/>
                <a:cs typeface="Arial" pitchFamily="34" charset="0"/>
              </a:rPr>
              <a:t> se conecta a un </a:t>
            </a:r>
            <a:r>
              <a:rPr lang="es-ES" b="1" dirty="0">
                <a:solidFill>
                  <a:schemeClr val="accent6">
                    <a:lumMod val="75000"/>
                  </a:schemeClr>
                </a:solidFill>
                <a:latin typeface="Arial" pitchFamily="34" charset="0"/>
                <a:cs typeface="Arial" pitchFamily="34" charset="0"/>
              </a:rPr>
              <a:t>proveedor de servicios</a:t>
            </a:r>
            <a:r>
              <a:rPr lang="es-ES" dirty="0">
                <a:solidFill>
                  <a:schemeClr val="tx1">
                    <a:lumMod val="95000"/>
                    <a:lumOff val="5000"/>
                  </a:schemeClr>
                </a:solidFill>
                <a:latin typeface="Arial" pitchFamily="34" charset="0"/>
                <a:cs typeface="Arial" pitchFamily="34" charset="0"/>
              </a:rPr>
              <a:t>, que conecta los sitios entre sí. </a:t>
            </a:r>
            <a:endParaRPr lang="es-MX" dirty="0">
              <a:solidFill>
                <a:schemeClr val="accent6">
                  <a:lumMod val="75000"/>
                </a:schemeClr>
              </a:solidFill>
              <a:latin typeface="Arial" pitchFamily="34" charset="0"/>
              <a:cs typeface="Arial" pitchFamily="34" charset="0"/>
            </a:endParaRPr>
          </a:p>
        </p:txBody>
      </p:sp>
      <p:sp>
        <p:nvSpPr>
          <p:cNvPr id="3078" name="Text Box 6"/>
          <p:cNvSpPr txBox="1">
            <a:spLocks noChangeArrowheads="1"/>
          </p:cNvSpPr>
          <p:nvPr/>
        </p:nvSpPr>
        <p:spPr bwMode="auto">
          <a:xfrm>
            <a:off x="766475" y="96145"/>
            <a:ext cx="7539037" cy="86177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sz="1600">
                <a:solidFill>
                  <a:schemeClr val="tx1"/>
                </a:solidFill>
                <a:latin typeface="Times New Roman" pitchFamily="18" charset="0"/>
              </a:defRPr>
            </a:lvl1pPr>
            <a:lvl2pPr marL="742950" indent="-285750">
              <a:defRPr sz="1600">
                <a:solidFill>
                  <a:schemeClr val="tx1"/>
                </a:solidFill>
                <a:latin typeface="Times New Roman" pitchFamily="18" charset="0"/>
              </a:defRPr>
            </a:lvl2pPr>
            <a:lvl3pPr marL="1143000" indent="-228600">
              <a:defRPr sz="1600">
                <a:solidFill>
                  <a:schemeClr val="tx1"/>
                </a:solidFill>
                <a:latin typeface="Times New Roman" pitchFamily="18" charset="0"/>
              </a:defRPr>
            </a:lvl3pPr>
            <a:lvl4pPr marL="1600200" indent="-228600">
              <a:defRPr sz="1600">
                <a:solidFill>
                  <a:schemeClr val="tx1"/>
                </a:solidFill>
                <a:latin typeface="Times New Roman" pitchFamily="18" charset="0"/>
              </a:defRPr>
            </a:lvl4pPr>
            <a:lvl5pPr marL="2057400" indent="-228600">
              <a:defRPr sz="1600">
                <a:solidFill>
                  <a:schemeClr val="tx1"/>
                </a:solidFill>
                <a:latin typeface="Times New Roman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imes New Roman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imes New Roman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imes New Roman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imes New Roman" pitchFamily="18" charset="0"/>
              </a:defRPr>
            </a:lvl9pPr>
          </a:lstStyle>
          <a:p>
            <a:pPr algn="ctr">
              <a:spcBef>
                <a:spcPct val="50000"/>
              </a:spcBef>
            </a:pPr>
            <a:r>
              <a:rPr lang="es-MX" sz="3200" b="1" dirty="0">
                <a:solidFill>
                  <a:schemeClr val="accent4">
                    <a:lumMod val="50000"/>
                  </a:schemeClr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Dom Casual" charset="0"/>
                <a:ea typeface="+mj-ea"/>
                <a:cs typeface="+mj-cs"/>
              </a:rPr>
              <a:t>WAN sobre conexión dedicada </a:t>
            </a:r>
          </a:p>
          <a:p>
            <a:pPr algn="ctr"/>
            <a:r>
              <a:rPr lang="es-MX" sz="1800" b="1" dirty="0">
                <a:solidFill>
                  <a:schemeClr val="accent3">
                    <a:lumMod val="75000"/>
                  </a:schemeClr>
                </a:solidFill>
                <a:latin typeface="Dom Casual" charset="0"/>
                <a:ea typeface="+mj-ea"/>
                <a:cs typeface="+mj-cs"/>
              </a:rPr>
              <a:t>(línea arrendada – Leased line)</a:t>
            </a:r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64F8B362-39FA-5136-E6D4-40A7C0D0D5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507031"/>
            <a:ext cx="9144000" cy="43513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4912895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4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7" dur="500"/>
                                        <p:tgtEl>
                                          <p:spTgt spid="266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629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9" name="Text Box 5"/>
          <p:cNvSpPr txBox="1">
            <a:spLocks noChangeArrowheads="1"/>
          </p:cNvSpPr>
          <p:nvPr/>
        </p:nvSpPr>
        <p:spPr bwMode="auto">
          <a:xfrm>
            <a:off x="323524" y="1161564"/>
            <a:ext cx="8424937" cy="134504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sz="1600">
                <a:solidFill>
                  <a:schemeClr val="tx1"/>
                </a:solidFill>
                <a:latin typeface="Times New Roman" pitchFamily="18" charset="0"/>
              </a:defRPr>
            </a:lvl1pPr>
            <a:lvl2pPr marL="742950" indent="-285750">
              <a:defRPr sz="1600">
                <a:solidFill>
                  <a:schemeClr val="tx1"/>
                </a:solidFill>
                <a:latin typeface="Times New Roman" pitchFamily="18" charset="0"/>
              </a:defRPr>
            </a:lvl2pPr>
            <a:lvl3pPr marL="1143000" indent="-228600">
              <a:defRPr sz="1600">
                <a:solidFill>
                  <a:schemeClr val="tx1"/>
                </a:solidFill>
                <a:latin typeface="Times New Roman" pitchFamily="18" charset="0"/>
              </a:defRPr>
            </a:lvl3pPr>
            <a:lvl4pPr marL="1600200" indent="-228600">
              <a:defRPr sz="1600">
                <a:solidFill>
                  <a:schemeClr val="tx1"/>
                </a:solidFill>
                <a:latin typeface="Times New Roman" pitchFamily="18" charset="0"/>
              </a:defRPr>
            </a:lvl4pPr>
            <a:lvl5pPr marL="2057400" indent="-228600">
              <a:defRPr sz="1600">
                <a:solidFill>
                  <a:schemeClr val="tx1"/>
                </a:solidFill>
                <a:latin typeface="Times New Roman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imes New Roman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imes New Roman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imes New Roman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imes New Roman" pitchFamily="18" charset="0"/>
              </a:defRPr>
            </a:lvl9pPr>
          </a:lstStyle>
          <a:p>
            <a:pPr algn="just">
              <a:lnSpc>
                <a:spcPct val="150000"/>
              </a:lnSpc>
            </a:pPr>
            <a:r>
              <a:rPr lang="es-ES" sz="1400" dirty="0">
                <a:solidFill>
                  <a:schemeClr val="tx1">
                    <a:lumMod val="95000"/>
                    <a:lumOff val="5000"/>
                  </a:schemeClr>
                </a:solidFill>
                <a:latin typeface="Arial" pitchFamily="34" charset="0"/>
                <a:cs typeface="Arial" pitchFamily="34" charset="0"/>
              </a:rPr>
              <a:t>Estas conexiones usan </a:t>
            </a:r>
            <a:r>
              <a:rPr lang="es-ES" sz="1400" b="1" dirty="0">
                <a:solidFill>
                  <a:schemeClr val="accent6">
                    <a:lumMod val="75000"/>
                  </a:schemeClr>
                </a:solidFill>
                <a:latin typeface="Arial" pitchFamily="34" charset="0"/>
                <a:cs typeface="Arial" pitchFamily="34" charset="0"/>
              </a:rPr>
              <a:t>cables seriales</a:t>
            </a:r>
            <a:r>
              <a:rPr lang="es-ES" sz="1400" dirty="0">
                <a:solidFill>
                  <a:schemeClr val="tx1">
                    <a:lumMod val="95000"/>
                    <a:lumOff val="5000"/>
                  </a:schemeClr>
                </a:solidFill>
                <a:latin typeface="Arial" pitchFamily="34" charset="0"/>
                <a:cs typeface="Arial" pitchFamily="34" charset="0"/>
              </a:rPr>
              <a:t>. Sin embargo, en estos días las conexiones WAN a través de </a:t>
            </a:r>
            <a:r>
              <a:rPr lang="es-ES" sz="1400" b="1" dirty="0">
                <a:solidFill>
                  <a:schemeClr val="accent6">
                    <a:lumMod val="75000"/>
                  </a:schemeClr>
                </a:solidFill>
                <a:latin typeface="Arial" pitchFamily="34" charset="0"/>
                <a:cs typeface="Arial" pitchFamily="34" charset="0"/>
              </a:rPr>
              <a:t>Ethernet</a:t>
            </a:r>
            <a:r>
              <a:rPr lang="es-ES" sz="1400" dirty="0">
                <a:solidFill>
                  <a:schemeClr val="tx1">
                    <a:lumMod val="95000"/>
                    <a:lumOff val="5000"/>
                  </a:schemeClr>
                </a:solidFill>
                <a:latin typeface="Arial" pitchFamily="34" charset="0"/>
                <a:cs typeface="Arial" pitchFamily="34" charset="0"/>
              </a:rPr>
              <a:t> son cada vez más comunes. Las conexiones de </a:t>
            </a:r>
            <a:r>
              <a:rPr lang="es-ES" sz="1400" b="1" dirty="0">
                <a:solidFill>
                  <a:schemeClr val="accent6">
                    <a:lumMod val="75000"/>
                  </a:schemeClr>
                </a:solidFill>
                <a:latin typeface="Arial" pitchFamily="34" charset="0"/>
                <a:cs typeface="Arial" pitchFamily="34" charset="0"/>
              </a:rPr>
              <a:t>fibra óptica </a:t>
            </a:r>
            <a:r>
              <a:rPr lang="es-ES" sz="1400" dirty="0">
                <a:solidFill>
                  <a:schemeClr val="tx1">
                    <a:lumMod val="95000"/>
                    <a:lumOff val="5000"/>
                  </a:schemeClr>
                </a:solidFill>
                <a:latin typeface="Arial" pitchFamily="34" charset="0"/>
                <a:cs typeface="Arial" pitchFamily="34" charset="0"/>
              </a:rPr>
              <a:t>permiten cables mucho más largos, por lo tanto, en la actualidad, las WAN que utilizan cables de fibra óptica Ethernet son bastante comunes.</a:t>
            </a:r>
            <a:endParaRPr lang="es-MX" sz="1400" dirty="0">
              <a:solidFill>
                <a:schemeClr val="accent6">
                  <a:lumMod val="75000"/>
                </a:schemeClr>
              </a:solidFill>
              <a:latin typeface="Arial" pitchFamily="34" charset="0"/>
              <a:cs typeface="Arial" pitchFamily="34" charset="0"/>
            </a:endParaRPr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64F8B362-39FA-5136-E6D4-40A7C0D0D5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506612"/>
            <a:ext cx="9144000" cy="4351388"/>
          </a:xfrm>
          <a:prstGeom prst="rect">
            <a:avLst/>
          </a:prstGeom>
        </p:spPr>
      </p:pic>
      <p:sp>
        <p:nvSpPr>
          <p:cNvPr id="2" name="Text Box 6">
            <a:extLst>
              <a:ext uri="{FF2B5EF4-FFF2-40B4-BE49-F238E27FC236}">
                <a16:creationId xmlns:a16="http://schemas.microsoft.com/office/drawing/2014/main" id="{3E01BC00-B5C3-8397-14DE-B20AAA30E18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66475" y="96145"/>
            <a:ext cx="7539037" cy="86177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sz="1600">
                <a:solidFill>
                  <a:schemeClr val="tx1"/>
                </a:solidFill>
                <a:latin typeface="Times New Roman" pitchFamily="18" charset="0"/>
              </a:defRPr>
            </a:lvl1pPr>
            <a:lvl2pPr marL="742950" indent="-285750">
              <a:defRPr sz="1600">
                <a:solidFill>
                  <a:schemeClr val="tx1"/>
                </a:solidFill>
                <a:latin typeface="Times New Roman" pitchFamily="18" charset="0"/>
              </a:defRPr>
            </a:lvl2pPr>
            <a:lvl3pPr marL="1143000" indent="-228600">
              <a:defRPr sz="1600">
                <a:solidFill>
                  <a:schemeClr val="tx1"/>
                </a:solidFill>
                <a:latin typeface="Times New Roman" pitchFamily="18" charset="0"/>
              </a:defRPr>
            </a:lvl3pPr>
            <a:lvl4pPr marL="1600200" indent="-228600">
              <a:defRPr sz="1600">
                <a:solidFill>
                  <a:schemeClr val="tx1"/>
                </a:solidFill>
                <a:latin typeface="Times New Roman" pitchFamily="18" charset="0"/>
              </a:defRPr>
            </a:lvl4pPr>
            <a:lvl5pPr marL="2057400" indent="-228600">
              <a:defRPr sz="1600">
                <a:solidFill>
                  <a:schemeClr val="tx1"/>
                </a:solidFill>
                <a:latin typeface="Times New Roman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imes New Roman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imes New Roman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imes New Roman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imes New Roman" pitchFamily="18" charset="0"/>
              </a:defRPr>
            </a:lvl9pPr>
          </a:lstStyle>
          <a:p>
            <a:pPr algn="ctr">
              <a:spcBef>
                <a:spcPct val="50000"/>
              </a:spcBef>
            </a:pPr>
            <a:r>
              <a:rPr lang="es-MX" sz="3200" b="1" dirty="0">
                <a:solidFill>
                  <a:schemeClr val="accent4">
                    <a:lumMod val="50000"/>
                  </a:schemeClr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Dom Casual" charset="0"/>
                <a:ea typeface="+mj-ea"/>
                <a:cs typeface="+mj-cs"/>
              </a:rPr>
              <a:t>Conexión WAN a través de Ethernet</a:t>
            </a:r>
          </a:p>
          <a:p>
            <a:pPr algn="ctr"/>
            <a:r>
              <a:rPr lang="es-MX" sz="1800" b="1" dirty="0">
                <a:solidFill>
                  <a:schemeClr val="accent3">
                    <a:lumMod val="75000"/>
                  </a:schemeClr>
                </a:solidFill>
                <a:latin typeface="Dom Casual" charset="0"/>
                <a:ea typeface="+mj-ea"/>
                <a:cs typeface="+mj-cs"/>
              </a:rPr>
              <a:t>(Fibra óptica)</a:t>
            </a:r>
          </a:p>
        </p:txBody>
      </p:sp>
    </p:spTree>
    <p:extLst>
      <p:ext uri="{BB962C8B-B14F-4D97-AF65-F5344CB8AC3E}">
        <p14:creationId xmlns:p14="http://schemas.microsoft.com/office/powerpoint/2010/main" val="3200589360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4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7" dur="500"/>
                                        <p:tgtEl>
                                          <p:spTgt spid="266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629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083" name="Rectangle 3082">
            <a:extLst>
              <a:ext uri="{FF2B5EF4-FFF2-40B4-BE49-F238E27FC236}">
                <a16:creationId xmlns:a16="http://schemas.microsoft.com/office/drawing/2014/main" id="{F0A604E4-7307-451C-93BE-F1F7E1BF3B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914400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085" name="Rectangle 3084">
            <a:extLst>
              <a:ext uri="{FF2B5EF4-FFF2-40B4-BE49-F238E27FC236}">
                <a16:creationId xmlns:a16="http://schemas.microsoft.com/office/drawing/2014/main" id="{F7F3A0AA-35E5-4085-942B-73783903060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0" y="5282344"/>
            <a:ext cx="9143997" cy="1590742"/>
          </a:xfrm>
          <a:prstGeom prst="rect">
            <a:avLst/>
          </a:prstGeom>
          <a:gradFill>
            <a:gsLst>
              <a:gs pos="34000">
                <a:srgbClr val="000000">
                  <a:alpha val="96000"/>
                </a:srgbClr>
              </a:gs>
              <a:gs pos="100000">
                <a:schemeClr val="accent1"/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087" name="Rectangle 3086">
            <a:extLst>
              <a:ext uri="{FF2B5EF4-FFF2-40B4-BE49-F238E27FC236}">
                <a16:creationId xmlns:a16="http://schemas.microsoft.com/office/drawing/2014/main" id="{402F5C38-C747-4173-ABBF-656E39E8213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3" y="5282344"/>
            <a:ext cx="6086475" cy="1590742"/>
          </a:xfrm>
          <a:prstGeom prst="rect">
            <a:avLst/>
          </a:prstGeom>
          <a:gradFill>
            <a:gsLst>
              <a:gs pos="28000">
                <a:schemeClr val="accent1">
                  <a:lumMod val="75000"/>
                  <a:alpha val="59000"/>
                </a:schemeClr>
              </a:gs>
              <a:gs pos="100000">
                <a:srgbClr val="000000">
                  <a:alpha val="70000"/>
                </a:srgb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089" name="Rectangle 3088">
            <a:extLst>
              <a:ext uri="{FF2B5EF4-FFF2-40B4-BE49-F238E27FC236}">
                <a16:creationId xmlns:a16="http://schemas.microsoft.com/office/drawing/2014/main" id="{E37EECFC-A684-4391-AE85-4CDAF5565F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3" y="5282344"/>
            <a:ext cx="9143998" cy="1590742"/>
          </a:xfrm>
          <a:prstGeom prst="rect">
            <a:avLst/>
          </a:prstGeom>
          <a:gradFill>
            <a:gsLst>
              <a:gs pos="0">
                <a:srgbClr val="000000">
                  <a:alpha val="71765"/>
                </a:srgbClr>
              </a:gs>
              <a:gs pos="100000">
                <a:schemeClr val="accent1">
                  <a:alpha val="0"/>
                </a:schemeClr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078" name="Text Box 6"/>
          <p:cNvSpPr txBox="1">
            <a:spLocks noChangeArrowheads="1"/>
          </p:cNvSpPr>
          <p:nvPr/>
        </p:nvSpPr>
        <p:spPr bwMode="auto">
          <a:xfrm>
            <a:off x="524785" y="5490971"/>
            <a:ext cx="5221554" cy="1159200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lIns="91440" tIns="45720" rIns="91440" bIns="45720" rtlCol="0" anchor="ctr">
            <a:normAutofit/>
          </a:bodyPr>
          <a:lstStyle>
            <a:lvl1pPr>
              <a:defRPr sz="1600">
                <a:solidFill>
                  <a:schemeClr val="tx1"/>
                </a:solidFill>
                <a:latin typeface="Times New Roman" pitchFamily="18" charset="0"/>
              </a:defRPr>
            </a:lvl1pPr>
            <a:lvl2pPr marL="742950" indent="-285750">
              <a:defRPr sz="1600">
                <a:solidFill>
                  <a:schemeClr val="tx1"/>
                </a:solidFill>
                <a:latin typeface="Times New Roman" pitchFamily="18" charset="0"/>
              </a:defRPr>
            </a:lvl2pPr>
            <a:lvl3pPr marL="1143000" indent="-228600">
              <a:defRPr sz="1600">
                <a:solidFill>
                  <a:schemeClr val="tx1"/>
                </a:solidFill>
                <a:latin typeface="Times New Roman" pitchFamily="18" charset="0"/>
              </a:defRPr>
            </a:lvl3pPr>
            <a:lvl4pPr marL="1600200" indent="-228600">
              <a:defRPr sz="1600">
                <a:solidFill>
                  <a:schemeClr val="tx1"/>
                </a:solidFill>
                <a:latin typeface="Times New Roman" pitchFamily="18" charset="0"/>
              </a:defRPr>
            </a:lvl4pPr>
            <a:lvl5pPr marL="2057400" indent="-228600">
              <a:defRPr sz="1600">
                <a:solidFill>
                  <a:schemeClr val="tx1"/>
                </a:solidFill>
                <a:latin typeface="Times New Roman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imes New Roman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imes New Roman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imes New Roman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imes New Roman" pitchFamily="18" charset="0"/>
              </a:defRPr>
            </a:lvl9pPr>
          </a:lstStyle>
          <a:p>
            <a:pPr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3500" b="1" kern="1200" dirty="0">
                <a:solidFill>
                  <a:srgbClr val="FFFFFF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+mj-lt"/>
                <a:ea typeface="+mj-ea"/>
                <a:cs typeface="+mj-cs"/>
              </a:rPr>
              <a:t>VPNs</a:t>
            </a:r>
          </a:p>
        </p:txBody>
      </p:sp>
      <p:pic>
        <p:nvPicPr>
          <p:cNvPr id="2" name="Imagen 1" descr="Imagen que contiene interior, tabla, juguete, oficina&#10;&#10;Descripción generada automáticamente">
            <a:extLst>
              <a:ext uri="{FF2B5EF4-FFF2-40B4-BE49-F238E27FC236}">
                <a16:creationId xmlns:a16="http://schemas.microsoft.com/office/drawing/2014/main" id="{B2AF0578-7021-D8BC-DED0-E29F8FDE43A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8447" y="390832"/>
            <a:ext cx="8216570" cy="45191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12231397"/>
      </p:ext>
    </p:extLst>
  </p:cSld>
  <p:clrMapOvr>
    <a:masterClrMapping/>
  </p:clrMapOvr>
  <p:transition/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9" name="Text Box 5"/>
          <p:cNvSpPr txBox="1">
            <a:spLocks noChangeArrowheads="1"/>
          </p:cNvSpPr>
          <p:nvPr/>
        </p:nvSpPr>
        <p:spPr bwMode="auto">
          <a:xfrm>
            <a:off x="348630" y="1196752"/>
            <a:ext cx="8471842" cy="11546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sz="1600">
                <a:solidFill>
                  <a:schemeClr val="tx1"/>
                </a:solidFill>
                <a:latin typeface="Times New Roman" pitchFamily="18" charset="0"/>
              </a:defRPr>
            </a:lvl1pPr>
            <a:lvl2pPr marL="742950" indent="-285750">
              <a:defRPr sz="1600">
                <a:solidFill>
                  <a:schemeClr val="tx1"/>
                </a:solidFill>
                <a:latin typeface="Times New Roman" pitchFamily="18" charset="0"/>
              </a:defRPr>
            </a:lvl2pPr>
            <a:lvl3pPr marL="1143000" indent="-228600">
              <a:defRPr sz="1600">
                <a:solidFill>
                  <a:schemeClr val="tx1"/>
                </a:solidFill>
                <a:latin typeface="Times New Roman" pitchFamily="18" charset="0"/>
              </a:defRPr>
            </a:lvl3pPr>
            <a:lvl4pPr marL="1600200" indent="-228600">
              <a:defRPr sz="1600">
                <a:solidFill>
                  <a:schemeClr val="tx1"/>
                </a:solidFill>
                <a:latin typeface="Times New Roman" pitchFamily="18" charset="0"/>
              </a:defRPr>
            </a:lvl4pPr>
            <a:lvl5pPr marL="2057400" indent="-228600">
              <a:defRPr sz="1600">
                <a:solidFill>
                  <a:schemeClr val="tx1"/>
                </a:solidFill>
                <a:latin typeface="Times New Roman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imes New Roman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imes New Roman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imes New Roman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imes New Roman" pitchFamily="18" charset="0"/>
              </a:defRPr>
            </a:lvl9pPr>
          </a:lstStyle>
          <a:p>
            <a:pPr algn="just">
              <a:lnSpc>
                <a:spcPct val="150000"/>
              </a:lnSpc>
            </a:pPr>
            <a:r>
              <a:rPr lang="es-ES" b="1" dirty="0">
                <a:solidFill>
                  <a:schemeClr val="accent6">
                    <a:lumMod val="75000"/>
                  </a:schemeClr>
                </a:solidFill>
                <a:latin typeface="Arial" pitchFamily="34" charset="0"/>
                <a:cs typeface="Arial" pitchFamily="34" charset="0"/>
              </a:rPr>
              <a:t>Internet</a:t>
            </a:r>
            <a:r>
              <a:rPr lang="es-ES" dirty="0">
                <a:solidFill>
                  <a:schemeClr val="tx1">
                    <a:lumMod val="95000"/>
                    <a:lumOff val="5000"/>
                  </a:schemeClr>
                </a:solidFill>
                <a:latin typeface="Arial" pitchFamily="34" charset="0"/>
                <a:cs typeface="Arial" pitchFamily="34" charset="0"/>
              </a:rPr>
              <a:t> también se puede utilizar para las conexiones WAN de una empresa entre sitios. Sin embargo, </a:t>
            </a:r>
            <a:r>
              <a:rPr lang="es-ES" b="1" dirty="0">
                <a:solidFill>
                  <a:schemeClr val="tx1">
                    <a:lumMod val="95000"/>
                    <a:lumOff val="5000"/>
                  </a:schemeClr>
                </a:solidFill>
                <a:latin typeface="Arial" pitchFamily="34" charset="0"/>
                <a:cs typeface="Arial" pitchFamily="34" charset="0"/>
              </a:rPr>
              <a:t>Internet no es una red privada</a:t>
            </a:r>
            <a:r>
              <a:rPr lang="es-ES" dirty="0">
                <a:solidFill>
                  <a:schemeClr val="tx1">
                    <a:lumMod val="95000"/>
                    <a:lumOff val="5000"/>
                  </a:schemeClr>
                </a:solidFill>
                <a:latin typeface="Arial" pitchFamily="34" charset="0"/>
                <a:cs typeface="Arial" pitchFamily="34" charset="0"/>
              </a:rPr>
              <a:t>. Es una </a:t>
            </a:r>
            <a:r>
              <a:rPr lang="es-ES" b="1" dirty="0">
                <a:solidFill>
                  <a:schemeClr val="tx1">
                    <a:lumMod val="95000"/>
                    <a:lumOff val="5000"/>
                  </a:schemeClr>
                </a:solidFill>
                <a:latin typeface="Arial" pitchFamily="34" charset="0"/>
                <a:cs typeface="Arial" pitchFamily="34" charset="0"/>
              </a:rPr>
              <a:t>red pública compartida</a:t>
            </a:r>
            <a:r>
              <a:rPr lang="es-ES" dirty="0">
                <a:solidFill>
                  <a:schemeClr val="tx1">
                    <a:lumMod val="95000"/>
                    <a:lumOff val="5000"/>
                  </a:schemeClr>
                </a:solidFill>
                <a:latin typeface="Arial" pitchFamily="34" charset="0"/>
                <a:cs typeface="Arial" pitchFamily="34" charset="0"/>
              </a:rPr>
              <a:t>, por lo que el envío de datos importantes a través de Internet no está protegido.</a:t>
            </a:r>
            <a:endParaRPr lang="es-MX" dirty="0">
              <a:solidFill>
                <a:schemeClr val="accent6">
                  <a:lumMod val="75000"/>
                </a:schemeClr>
              </a:solidFill>
              <a:latin typeface="Arial" pitchFamily="34" charset="0"/>
              <a:cs typeface="Arial" pitchFamily="34" charset="0"/>
            </a:endParaRPr>
          </a:p>
        </p:txBody>
      </p:sp>
      <p:sp>
        <p:nvSpPr>
          <p:cNvPr id="3078" name="Text Box 6"/>
          <p:cNvSpPr txBox="1">
            <a:spLocks noChangeArrowheads="1"/>
          </p:cNvSpPr>
          <p:nvPr/>
        </p:nvSpPr>
        <p:spPr bwMode="auto">
          <a:xfrm>
            <a:off x="683568" y="242522"/>
            <a:ext cx="7539037" cy="86177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sz="1600">
                <a:solidFill>
                  <a:schemeClr val="tx1"/>
                </a:solidFill>
                <a:latin typeface="Times New Roman" pitchFamily="18" charset="0"/>
              </a:defRPr>
            </a:lvl1pPr>
            <a:lvl2pPr marL="742950" indent="-285750">
              <a:defRPr sz="1600">
                <a:solidFill>
                  <a:schemeClr val="tx1"/>
                </a:solidFill>
                <a:latin typeface="Times New Roman" pitchFamily="18" charset="0"/>
              </a:defRPr>
            </a:lvl2pPr>
            <a:lvl3pPr marL="1143000" indent="-228600">
              <a:defRPr sz="1600">
                <a:solidFill>
                  <a:schemeClr val="tx1"/>
                </a:solidFill>
                <a:latin typeface="Times New Roman" pitchFamily="18" charset="0"/>
              </a:defRPr>
            </a:lvl3pPr>
            <a:lvl4pPr marL="1600200" indent="-228600">
              <a:defRPr sz="1600">
                <a:solidFill>
                  <a:schemeClr val="tx1"/>
                </a:solidFill>
                <a:latin typeface="Times New Roman" pitchFamily="18" charset="0"/>
              </a:defRPr>
            </a:lvl4pPr>
            <a:lvl5pPr marL="2057400" indent="-228600">
              <a:defRPr sz="1600">
                <a:solidFill>
                  <a:schemeClr val="tx1"/>
                </a:solidFill>
                <a:latin typeface="Times New Roman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imes New Roman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imes New Roman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imes New Roman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imes New Roman" pitchFamily="18" charset="0"/>
              </a:defRPr>
            </a:lvl9pPr>
          </a:lstStyle>
          <a:p>
            <a:pPr algn="ctr">
              <a:spcBef>
                <a:spcPct val="50000"/>
              </a:spcBef>
            </a:pPr>
            <a:r>
              <a:rPr lang="es-MX" sz="3200" b="1" dirty="0">
                <a:solidFill>
                  <a:schemeClr val="accent4">
                    <a:lumMod val="50000"/>
                  </a:schemeClr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Dom Casual" charset="0"/>
                <a:ea typeface="+mj-ea"/>
                <a:cs typeface="+mj-cs"/>
              </a:rPr>
              <a:t>WAN sobre una infraestructura compartida </a:t>
            </a:r>
            <a:r>
              <a:rPr lang="es-MX" sz="1800" b="1" dirty="0">
                <a:solidFill>
                  <a:schemeClr val="accent3">
                    <a:lumMod val="75000"/>
                  </a:schemeClr>
                </a:solidFill>
                <a:latin typeface="Dom Casual" charset="0"/>
                <a:ea typeface="+mj-ea"/>
                <a:cs typeface="+mj-cs"/>
              </a:rPr>
              <a:t>(Internet VPN)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1BB0B3D5-5068-1AAD-59A1-40F3FD67BBE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583764"/>
            <a:ext cx="9144000" cy="42742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8017953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4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7" dur="500"/>
                                        <p:tgtEl>
                                          <p:spTgt spid="266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629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9" name="Text Box 5"/>
          <p:cNvSpPr txBox="1">
            <a:spLocks noChangeArrowheads="1"/>
          </p:cNvSpPr>
          <p:nvPr/>
        </p:nvSpPr>
        <p:spPr bwMode="auto">
          <a:xfrm>
            <a:off x="287524" y="1453080"/>
            <a:ext cx="8568952" cy="87203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sz="1600">
                <a:solidFill>
                  <a:schemeClr val="tx1"/>
                </a:solidFill>
                <a:latin typeface="Times New Roman" pitchFamily="18" charset="0"/>
              </a:defRPr>
            </a:lvl1pPr>
            <a:lvl2pPr marL="742950" indent="-285750">
              <a:defRPr sz="1600">
                <a:solidFill>
                  <a:schemeClr val="tx1"/>
                </a:solidFill>
                <a:latin typeface="Times New Roman" pitchFamily="18" charset="0"/>
              </a:defRPr>
            </a:lvl2pPr>
            <a:lvl3pPr marL="1143000" indent="-228600">
              <a:defRPr sz="1600">
                <a:solidFill>
                  <a:schemeClr val="tx1"/>
                </a:solidFill>
                <a:latin typeface="Times New Roman" pitchFamily="18" charset="0"/>
              </a:defRPr>
            </a:lvl3pPr>
            <a:lvl4pPr marL="1600200" indent="-228600">
              <a:defRPr sz="1600">
                <a:solidFill>
                  <a:schemeClr val="tx1"/>
                </a:solidFill>
                <a:latin typeface="Times New Roman" pitchFamily="18" charset="0"/>
              </a:defRPr>
            </a:lvl4pPr>
            <a:lvl5pPr marL="2057400" indent="-228600">
              <a:defRPr sz="1600">
                <a:solidFill>
                  <a:schemeClr val="tx1"/>
                </a:solidFill>
                <a:latin typeface="Times New Roman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imes New Roman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imes New Roman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imes New Roman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imes New Roman" pitchFamily="18" charset="0"/>
              </a:defRPr>
            </a:lvl9pPr>
          </a:lstStyle>
          <a:p>
            <a:pPr algn="just">
              <a:lnSpc>
                <a:spcPct val="150000"/>
              </a:lnSpc>
            </a:pPr>
            <a:r>
              <a:rPr lang="es-ES" sz="1800" dirty="0">
                <a:latin typeface="Arial" pitchFamily="34" charset="0"/>
                <a:cs typeface="Arial" pitchFamily="34" charset="0"/>
              </a:rPr>
              <a:t>En este caso, tenga en cuenta que </a:t>
            </a:r>
            <a:r>
              <a:rPr lang="es-ES" sz="1800" b="1" dirty="0">
                <a:solidFill>
                  <a:schemeClr val="accent6">
                    <a:lumMod val="75000"/>
                  </a:schemeClr>
                </a:solidFill>
                <a:latin typeface="Arial" pitchFamily="34" charset="0"/>
                <a:cs typeface="Arial" pitchFamily="34" charset="0"/>
              </a:rPr>
              <a:t>cada sitio tiene una conexión física a Internet</a:t>
            </a:r>
            <a:r>
              <a:rPr lang="es-ES" sz="1800" dirty="0">
                <a:solidFill>
                  <a:schemeClr val="accent6">
                    <a:lumMod val="75000"/>
                  </a:schemeClr>
                </a:solidFill>
                <a:latin typeface="Arial" pitchFamily="34" charset="0"/>
                <a:cs typeface="Arial" pitchFamily="34" charset="0"/>
              </a:rPr>
              <a:t>.</a:t>
            </a:r>
            <a:endParaRPr lang="es-MX" sz="1800" dirty="0">
              <a:solidFill>
                <a:schemeClr val="accent6">
                  <a:lumMod val="75000"/>
                </a:schemeClr>
              </a:solidFill>
              <a:latin typeface="Arial" pitchFamily="34" charset="0"/>
              <a:cs typeface="Arial" pitchFamily="34" charset="0"/>
            </a:endParaRPr>
          </a:p>
        </p:txBody>
      </p:sp>
      <p:sp>
        <p:nvSpPr>
          <p:cNvPr id="3078" name="Text Box 6"/>
          <p:cNvSpPr txBox="1">
            <a:spLocks noChangeArrowheads="1"/>
          </p:cNvSpPr>
          <p:nvPr/>
        </p:nvSpPr>
        <p:spPr bwMode="auto">
          <a:xfrm>
            <a:off x="683568" y="332656"/>
            <a:ext cx="7539037" cy="86177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sz="1600">
                <a:solidFill>
                  <a:schemeClr val="tx1"/>
                </a:solidFill>
                <a:latin typeface="Times New Roman" pitchFamily="18" charset="0"/>
              </a:defRPr>
            </a:lvl1pPr>
            <a:lvl2pPr marL="742950" indent="-285750">
              <a:defRPr sz="1600">
                <a:solidFill>
                  <a:schemeClr val="tx1"/>
                </a:solidFill>
                <a:latin typeface="Times New Roman" pitchFamily="18" charset="0"/>
              </a:defRPr>
            </a:lvl2pPr>
            <a:lvl3pPr marL="1143000" indent="-228600">
              <a:defRPr sz="1600">
                <a:solidFill>
                  <a:schemeClr val="tx1"/>
                </a:solidFill>
                <a:latin typeface="Times New Roman" pitchFamily="18" charset="0"/>
              </a:defRPr>
            </a:lvl3pPr>
            <a:lvl4pPr marL="1600200" indent="-228600">
              <a:defRPr sz="1600">
                <a:solidFill>
                  <a:schemeClr val="tx1"/>
                </a:solidFill>
                <a:latin typeface="Times New Roman" pitchFamily="18" charset="0"/>
              </a:defRPr>
            </a:lvl4pPr>
            <a:lvl5pPr marL="2057400" indent="-228600">
              <a:defRPr sz="1600">
                <a:solidFill>
                  <a:schemeClr val="tx1"/>
                </a:solidFill>
                <a:latin typeface="Times New Roman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imes New Roman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imes New Roman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imes New Roman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imes New Roman" pitchFamily="18" charset="0"/>
              </a:defRPr>
            </a:lvl9pPr>
          </a:lstStyle>
          <a:p>
            <a:pPr algn="ctr">
              <a:spcBef>
                <a:spcPct val="50000"/>
              </a:spcBef>
            </a:pPr>
            <a:r>
              <a:rPr lang="es-MX" sz="3200" b="1" dirty="0">
                <a:solidFill>
                  <a:schemeClr val="accent4">
                    <a:lumMod val="50000"/>
                  </a:schemeClr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Dom Casual" charset="0"/>
                <a:ea typeface="+mj-ea"/>
                <a:cs typeface="+mj-cs"/>
              </a:rPr>
              <a:t>WAN sobre una infraestructura compartida </a:t>
            </a:r>
            <a:r>
              <a:rPr lang="es-MX" sz="1800" b="1" dirty="0">
                <a:solidFill>
                  <a:schemeClr val="accent3">
                    <a:lumMod val="75000"/>
                  </a:schemeClr>
                </a:solidFill>
                <a:latin typeface="Dom Casual" charset="0"/>
                <a:ea typeface="+mj-ea"/>
                <a:cs typeface="+mj-cs"/>
              </a:rPr>
              <a:t>(Internet VPN)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1BB0B3D5-5068-1AAD-59A1-40F3FD67BBE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583764"/>
            <a:ext cx="9144000" cy="42742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0991941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4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7" dur="500"/>
                                        <p:tgtEl>
                                          <p:spTgt spid="266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629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9" name="Text Box 5"/>
          <p:cNvSpPr txBox="1">
            <a:spLocks noChangeArrowheads="1"/>
          </p:cNvSpPr>
          <p:nvPr/>
        </p:nvSpPr>
        <p:spPr bwMode="auto">
          <a:xfrm>
            <a:off x="323528" y="1196752"/>
            <a:ext cx="8496944" cy="11546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sz="1600">
                <a:solidFill>
                  <a:schemeClr val="tx1"/>
                </a:solidFill>
                <a:latin typeface="Times New Roman" pitchFamily="18" charset="0"/>
              </a:defRPr>
            </a:lvl1pPr>
            <a:lvl2pPr marL="742950" indent="-285750">
              <a:defRPr sz="1600">
                <a:solidFill>
                  <a:schemeClr val="tx1"/>
                </a:solidFill>
                <a:latin typeface="Times New Roman" pitchFamily="18" charset="0"/>
              </a:defRPr>
            </a:lvl2pPr>
            <a:lvl3pPr marL="1143000" indent="-228600">
              <a:defRPr sz="1600">
                <a:solidFill>
                  <a:schemeClr val="tx1"/>
                </a:solidFill>
                <a:latin typeface="Times New Roman" pitchFamily="18" charset="0"/>
              </a:defRPr>
            </a:lvl3pPr>
            <a:lvl4pPr marL="1600200" indent="-228600">
              <a:defRPr sz="1600">
                <a:solidFill>
                  <a:schemeClr val="tx1"/>
                </a:solidFill>
                <a:latin typeface="Times New Roman" pitchFamily="18" charset="0"/>
              </a:defRPr>
            </a:lvl4pPr>
            <a:lvl5pPr marL="2057400" indent="-228600">
              <a:defRPr sz="1600">
                <a:solidFill>
                  <a:schemeClr val="tx1"/>
                </a:solidFill>
                <a:latin typeface="Times New Roman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imes New Roman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imes New Roman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imes New Roman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imes New Roman" pitchFamily="18" charset="0"/>
              </a:defRPr>
            </a:lvl9pPr>
          </a:lstStyle>
          <a:p>
            <a:pPr algn="just">
              <a:lnSpc>
                <a:spcPct val="150000"/>
              </a:lnSpc>
            </a:pPr>
            <a:r>
              <a:rPr lang="es-ES" dirty="0">
                <a:latin typeface="Arial" pitchFamily="34" charset="0"/>
                <a:cs typeface="Arial" pitchFamily="34" charset="0"/>
              </a:rPr>
              <a:t>Para enviar tráfico entre sitios, las empresas configuran </a:t>
            </a:r>
            <a:r>
              <a:rPr lang="es-ES" b="1" dirty="0">
                <a:solidFill>
                  <a:schemeClr val="accent5">
                    <a:lumMod val="75000"/>
                  </a:schemeClr>
                </a:solidFill>
                <a:latin typeface="Arial" pitchFamily="34" charset="0"/>
                <a:cs typeface="Arial" pitchFamily="34" charset="0"/>
              </a:rPr>
              <a:t>redes privadas virtuales (VPN)</a:t>
            </a: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s-ES" dirty="0">
                <a:solidFill>
                  <a:schemeClr val="tx1">
                    <a:lumMod val="95000"/>
                    <a:lumOff val="5000"/>
                  </a:schemeClr>
                </a:solidFill>
                <a:latin typeface="Arial" pitchFamily="34" charset="0"/>
                <a:cs typeface="Arial" pitchFamily="34" charset="0"/>
              </a:rPr>
              <a:t>Los </a:t>
            </a:r>
            <a:r>
              <a:rPr lang="es-ES" b="1" dirty="0">
                <a:solidFill>
                  <a:schemeClr val="accent6">
                    <a:lumMod val="75000"/>
                  </a:schemeClr>
                </a:solidFill>
                <a:latin typeface="Arial" pitchFamily="34" charset="0"/>
                <a:cs typeface="Arial" pitchFamily="34" charset="0"/>
              </a:rPr>
              <a:t>paquetes se encriptan </a:t>
            </a:r>
            <a:r>
              <a:rPr lang="es-ES" dirty="0">
                <a:solidFill>
                  <a:schemeClr val="tx1">
                    <a:lumMod val="95000"/>
                    <a:lumOff val="5000"/>
                  </a:schemeClr>
                </a:solidFill>
                <a:latin typeface="Arial" pitchFamily="34" charset="0"/>
                <a:cs typeface="Arial" pitchFamily="34" charset="0"/>
              </a:rPr>
              <a:t>de modo que los contenidos sólo puedan ser leídos por los destinatarios previstos. </a:t>
            </a:r>
            <a:endParaRPr lang="es-MX" dirty="0">
              <a:solidFill>
                <a:schemeClr val="tx1">
                  <a:lumMod val="95000"/>
                  <a:lumOff val="5000"/>
                </a:schemeClr>
              </a:solidFill>
              <a:latin typeface="Arial" pitchFamily="34" charset="0"/>
              <a:cs typeface="Arial" pitchFamily="34" charset="0"/>
            </a:endParaRPr>
          </a:p>
        </p:txBody>
      </p:sp>
      <p:sp>
        <p:nvSpPr>
          <p:cNvPr id="3078" name="Text Box 6"/>
          <p:cNvSpPr txBox="1">
            <a:spLocks noChangeArrowheads="1"/>
          </p:cNvSpPr>
          <p:nvPr/>
        </p:nvSpPr>
        <p:spPr bwMode="auto">
          <a:xfrm>
            <a:off x="802481" y="173146"/>
            <a:ext cx="7539037" cy="86177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sz="1600">
                <a:solidFill>
                  <a:schemeClr val="tx1"/>
                </a:solidFill>
                <a:latin typeface="Times New Roman" pitchFamily="18" charset="0"/>
              </a:defRPr>
            </a:lvl1pPr>
            <a:lvl2pPr marL="742950" indent="-285750">
              <a:defRPr sz="1600">
                <a:solidFill>
                  <a:schemeClr val="tx1"/>
                </a:solidFill>
                <a:latin typeface="Times New Roman" pitchFamily="18" charset="0"/>
              </a:defRPr>
            </a:lvl2pPr>
            <a:lvl3pPr marL="1143000" indent="-228600">
              <a:defRPr sz="1600">
                <a:solidFill>
                  <a:schemeClr val="tx1"/>
                </a:solidFill>
                <a:latin typeface="Times New Roman" pitchFamily="18" charset="0"/>
              </a:defRPr>
            </a:lvl3pPr>
            <a:lvl4pPr marL="1600200" indent="-228600">
              <a:defRPr sz="1600">
                <a:solidFill>
                  <a:schemeClr val="tx1"/>
                </a:solidFill>
                <a:latin typeface="Times New Roman" pitchFamily="18" charset="0"/>
              </a:defRPr>
            </a:lvl4pPr>
            <a:lvl5pPr marL="2057400" indent="-228600">
              <a:defRPr sz="1600">
                <a:solidFill>
                  <a:schemeClr val="tx1"/>
                </a:solidFill>
                <a:latin typeface="Times New Roman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imes New Roman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imes New Roman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imes New Roman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imes New Roman" pitchFamily="18" charset="0"/>
              </a:defRPr>
            </a:lvl9pPr>
          </a:lstStyle>
          <a:p>
            <a:pPr algn="ctr">
              <a:spcBef>
                <a:spcPct val="50000"/>
              </a:spcBef>
            </a:pPr>
            <a:r>
              <a:rPr lang="es-MX" sz="3200" b="1" dirty="0">
                <a:solidFill>
                  <a:schemeClr val="accent4">
                    <a:lumMod val="50000"/>
                  </a:schemeClr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Dom Casual" charset="0"/>
                <a:ea typeface="+mj-ea"/>
                <a:cs typeface="+mj-cs"/>
              </a:rPr>
              <a:t>WAN sobre una infraestructura compartida </a:t>
            </a:r>
            <a:r>
              <a:rPr lang="es-MX" sz="1800" b="1" dirty="0">
                <a:solidFill>
                  <a:schemeClr val="accent3">
                    <a:lumMod val="75000"/>
                  </a:schemeClr>
                </a:solidFill>
                <a:latin typeface="Dom Casual" charset="0"/>
                <a:ea typeface="+mj-ea"/>
                <a:cs typeface="+mj-cs"/>
              </a:rPr>
              <a:t>(Internet VPN)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31F19DAD-DCC3-F428-7720-20CA8ACD96B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9885" y="2505881"/>
            <a:ext cx="9144000" cy="43521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31861056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4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7" dur="500"/>
                                        <p:tgtEl>
                                          <p:spTgt spid="266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629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9" name="Text Box 5"/>
          <p:cNvSpPr txBox="1">
            <a:spLocks noChangeArrowheads="1"/>
          </p:cNvSpPr>
          <p:nvPr/>
        </p:nvSpPr>
        <p:spPr bwMode="auto">
          <a:xfrm>
            <a:off x="172897" y="1244934"/>
            <a:ext cx="8640960" cy="11546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sz="1600">
                <a:solidFill>
                  <a:schemeClr val="tx1"/>
                </a:solidFill>
                <a:latin typeface="Times New Roman" pitchFamily="18" charset="0"/>
              </a:defRPr>
            </a:lvl1pPr>
            <a:lvl2pPr marL="742950" indent="-285750">
              <a:defRPr sz="1600">
                <a:solidFill>
                  <a:schemeClr val="tx1"/>
                </a:solidFill>
                <a:latin typeface="Times New Roman" pitchFamily="18" charset="0"/>
              </a:defRPr>
            </a:lvl2pPr>
            <a:lvl3pPr marL="1143000" indent="-228600">
              <a:defRPr sz="1600">
                <a:solidFill>
                  <a:schemeClr val="tx1"/>
                </a:solidFill>
                <a:latin typeface="Times New Roman" pitchFamily="18" charset="0"/>
              </a:defRPr>
            </a:lvl3pPr>
            <a:lvl4pPr marL="1600200" indent="-228600">
              <a:defRPr sz="1600">
                <a:solidFill>
                  <a:schemeClr val="tx1"/>
                </a:solidFill>
                <a:latin typeface="Times New Roman" pitchFamily="18" charset="0"/>
              </a:defRPr>
            </a:lvl4pPr>
            <a:lvl5pPr marL="2057400" indent="-228600">
              <a:defRPr sz="1600">
                <a:solidFill>
                  <a:schemeClr val="tx1"/>
                </a:solidFill>
                <a:latin typeface="Times New Roman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imes New Roman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imes New Roman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imes New Roman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imes New Roman" pitchFamily="18" charset="0"/>
              </a:defRPr>
            </a:lvl9pPr>
          </a:lstStyle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s-ES" dirty="0">
                <a:solidFill>
                  <a:schemeClr val="tx1">
                    <a:lumMod val="95000"/>
                    <a:lumOff val="5000"/>
                  </a:schemeClr>
                </a:solidFill>
                <a:latin typeface="Arial" pitchFamily="34" charset="0"/>
                <a:cs typeface="Arial" pitchFamily="34" charset="0"/>
              </a:rPr>
              <a:t>Después, el </a:t>
            </a:r>
            <a:r>
              <a:rPr lang="es-ES" b="1" dirty="0">
                <a:solidFill>
                  <a:schemeClr val="accent6">
                    <a:lumMod val="75000"/>
                  </a:schemeClr>
                </a:solidFill>
                <a:latin typeface="Arial" pitchFamily="34" charset="0"/>
                <a:cs typeface="Arial" pitchFamily="34" charset="0"/>
              </a:rPr>
              <a:t>paquete cifrado se encapsula dentro de un nuevo paquete </a:t>
            </a:r>
            <a:r>
              <a:rPr lang="es-ES" dirty="0">
                <a:solidFill>
                  <a:schemeClr val="tx1">
                    <a:lumMod val="95000"/>
                    <a:lumOff val="5000"/>
                  </a:schemeClr>
                </a:solidFill>
                <a:latin typeface="Arial" pitchFamily="34" charset="0"/>
                <a:cs typeface="Arial" pitchFamily="34" charset="0"/>
              </a:rPr>
              <a:t>y se envía. Esto significa que el paquete original permanecerá protegido incluso cuando se envíe a través de la Internet pública. </a:t>
            </a:r>
            <a:endParaRPr lang="es-MX" dirty="0">
              <a:solidFill>
                <a:schemeClr val="accent6">
                  <a:lumMod val="75000"/>
                </a:schemeClr>
              </a:solidFill>
              <a:latin typeface="Arial" pitchFamily="34" charset="0"/>
              <a:cs typeface="Arial" pitchFamily="34" charset="0"/>
            </a:endParaRPr>
          </a:p>
        </p:txBody>
      </p:sp>
      <p:sp>
        <p:nvSpPr>
          <p:cNvPr id="3078" name="Text Box 6"/>
          <p:cNvSpPr txBox="1">
            <a:spLocks noChangeArrowheads="1"/>
          </p:cNvSpPr>
          <p:nvPr/>
        </p:nvSpPr>
        <p:spPr bwMode="auto">
          <a:xfrm>
            <a:off x="723859" y="248261"/>
            <a:ext cx="7539037" cy="86177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sz="1600">
                <a:solidFill>
                  <a:schemeClr val="tx1"/>
                </a:solidFill>
                <a:latin typeface="Times New Roman" pitchFamily="18" charset="0"/>
              </a:defRPr>
            </a:lvl1pPr>
            <a:lvl2pPr marL="742950" indent="-285750">
              <a:defRPr sz="1600">
                <a:solidFill>
                  <a:schemeClr val="tx1"/>
                </a:solidFill>
                <a:latin typeface="Times New Roman" pitchFamily="18" charset="0"/>
              </a:defRPr>
            </a:lvl2pPr>
            <a:lvl3pPr marL="1143000" indent="-228600">
              <a:defRPr sz="1600">
                <a:solidFill>
                  <a:schemeClr val="tx1"/>
                </a:solidFill>
                <a:latin typeface="Times New Roman" pitchFamily="18" charset="0"/>
              </a:defRPr>
            </a:lvl3pPr>
            <a:lvl4pPr marL="1600200" indent="-228600">
              <a:defRPr sz="1600">
                <a:solidFill>
                  <a:schemeClr val="tx1"/>
                </a:solidFill>
                <a:latin typeface="Times New Roman" pitchFamily="18" charset="0"/>
              </a:defRPr>
            </a:lvl4pPr>
            <a:lvl5pPr marL="2057400" indent="-228600">
              <a:defRPr sz="1600">
                <a:solidFill>
                  <a:schemeClr val="tx1"/>
                </a:solidFill>
                <a:latin typeface="Times New Roman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imes New Roman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imes New Roman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imes New Roman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imes New Roman" pitchFamily="18" charset="0"/>
              </a:defRPr>
            </a:lvl9pPr>
          </a:lstStyle>
          <a:p>
            <a:pPr algn="ctr">
              <a:spcBef>
                <a:spcPct val="50000"/>
              </a:spcBef>
            </a:pPr>
            <a:r>
              <a:rPr lang="es-MX" sz="3200" b="1" dirty="0">
                <a:solidFill>
                  <a:schemeClr val="accent4">
                    <a:lumMod val="50000"/>
                  </a:schemeClr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Dom Casual" charset="0"/>
                <a:ea typeface="+mj-ea"/>
                <a:cs typeface="+mj-cs"/>
              </a:rPr>
              <a:t>WAN sobre una infraestructura compartida </a:t>
            </a:r>
            <a:r>
              <a:rPr lang="es-MX" sz="1800" b="1" dirty="0">
                <a:solidFill>
                  <a:schemeClr val="accent3">
                    <a:lumMod val="75000"/>
                  </a:schemeClr>
                </a:solidFill>
                <a:latin typeface="Dom Casual" charset="0"/>
                <a:ea typeface="+mj-ea"/>
                <a:cs typeface="+mj-cs"/>
              </a:rPr>
              <a:t>(Internet VPN)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31F19DAD-DCC3-F428-7720-20CA8ACD96B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534508"/>
            <a:ext cx="9144000" cy="43521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60819252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4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7" dur="500"/>
                                        <p:tgtEl>
                                          <p:spTgt spid="266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629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083" name="Rectangle 3082">
            <a:extLst>
              <a:ext uri="{FF2B5EF4-FFF2-40B4-BE49-F238E27FC236}">
                <a16:creationId xmlns:a16="http://schemas.microsoft.com/office/drawing/2014/main" id="{F0A604E4-7307-451C-93BE-F1F7E1BF3B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914400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085" name="Rectangle 3084">
            <a:extLst>
              <a:ext uri="{FF2B5EF4-FFF2-40B4-BE49-F238E27FC236}">
                <a16:creationId xmlns:a16="http://schemas.microsoft.com/office/drawing/2014/main" id="{F7F3A0AA-35E5-4085-942B-73783903060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0" y="5282344"/>
            <a:ext cx="9143997" cy="1590742"/>
          </a:xfrm>
          <a:prstGeom prst="rect">
            <a:avLst/>
          </a:prstGeom>
          <a:gradFill>
            <a:gsLst>
              <a:gs pos="34000">
                <a:srgbClr val="000000">
                  <a:alpha val="96000"/>
                </a:srgbClr>
              </a:gs>
              <a:gs pos="100000">
                <a:schemeClr val="accent1"/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087" name="Rectangle 3086">
            <a:extLst>
              <a:ext uri="{FF2B5EF4-FFF2-40B4-BE49-F238E27FC236}">
                <a16:creationId xmlns:a16="http://schemas.microsoft.com/office/drawing/2014/main" id="{402F5C38-C747-4173-ABBF-656E39E8213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3" y="5282344"/>
            <a:ext cx="6086475" cy="1590742"/>
          </a:xfrm>
          <a:prstGeom prst="rect">
            <a:avLst/>
          </a:prstGeom>
          <a:gradFill>
            <a:gsLst>
              <a:gs pos="28000">
                <a:schemeClr val="accent1">
                  <a:lumMod val="75000"/>
                  <a:alpha val="59000"/>
                </a:schemeClr>
              </a:gs>
              <a:gs pos="100000">
                <a:srgbClr val="000000">
                  <a:alpha val="70000"/>
                </a:srgb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089" name="Rectangle 3088">
            <a:extLst>
              <a:ext uri="{FF2B5EF4-FFF2-40B4-BE49-F238E27FC236}">
                <a16:creationId xmlns:a16="http://schemas.microsoft.com/office/drawing/2014/main" id="{E37EECFC-A684-4391-AE85-4CDAF5565F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3" y="5282344"/>
            <a:ext cx="9143998" cy="1590742"/>
          </a:xfrm>
          <a:prstGeom prst="rect">
            <a:avLst/>
          </a:prstGeom>
          <a:gradFill>
            <a:gsLst>
              <a:gs pos="0">
                <a:srgbClr val="000000">
                  <a:alpha val="71765"/>
                </a:srgbClr>
              </a:gs>
              <a:gs pos="100000">
                <a:schemeClr val="accent1">
                  <a:alpha val="0"/>
                </a:schemeClr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078" name="Text Box 6"/>
          <p:cNvSpPr txBox="1">
            <a:spLocks noChangeArrowheads="1"/>
          </p:cNvSpPr>
          <p:nvPr/>
        </p:nvSpPr>
        <p:spPr bwMode="auto">
          <a:xfrm>
            <a:off x="524785" y="5490971"/>
            <a:ext cx="5221554" cy="1159200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lIns="91440" tIns="45720" rIns="91440" bIns="45720" rtlCol="0" anchor="ctr">
            <a:normAutofit/>
          </a:bodyPr>
          <a:lstStyle>
            <a:lvl1pPr>
              <a:defRPr sz="1600">
                <a:solidFill>
                  <a:schemeClr val="tx1"/>
                </a:solidFill>
                <a:latin typeface="Times New Roman" pitchFamily="18" charset="0"/>
              </a:defRPr>
            </a:lvl1pPr>
            <a:lvl2pPr marL="742950" indent="-285750">
              <a:defRPr sz="1600">
                <a:solidFill>
                  <a:schemeClr val="tx1"/>
                </a:solidFill>
                <a:latin typeface="Times New Roman" pitchFamily="18" charset="0"/>
              </a:defRPr>
            </a:lvl2pPr>
            <a:lvl3pPr marL="1143000" indent="-228600">
              <a:defRPr sz="1600">
                <a:solidFill>
                  <a:schemeClr val="tx1"/>
                </a:solidFill>
                <a:latin typeface="Times New Roman" pitchFamily="18" charset="0"/>
              </a:defRPr>
            </a:lvl3pPr>
            <a:lvl4pPr marL="1600200" indent="-228600">
              <a:defRPr sz="1600">
                <a:solidFill>
                  <a:schemeClr val="tx1"/>
                </a:solidFill>
                <a:latin typeface="Times New Roman" pitchFamily="18" charset="0"/>
              </a:defRPr>
            </a:lvl4pPr>
            <a:lvl5pPr marL="2057400" indent="-228600">
              <a:defRPr sz="1600">
                <a:solidFill>
                  <a:schemeClr val="tx1"/>
                </a:solidFill>
                <a:latin typeface="Times New Roman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imes New Roman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imes New Roman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imes New Roman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imes New Roman" pitchFamily="18" charset="0"/>
              </a:defRPr>
            </a:lvl9pPr>
          </a:lstStyle>
          <a:p>
            <a:pPr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3500" b="1" kern="1200" dirty="0">
                <a:solidFill>
                  <a:srgbClr val="FFFFFF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+mj-lt"/>
                <a:ea typeface="+mj-ea"/>
                <a:cs typeface="+mj-cs"/>
              </a:rPr>
              <a:t>MPLS</a:t>
            </a:r>
          </a:p>
        </p:txBody>
      </p:sp>
      <p:pic>
        <p:nvPicPr>
          <p:cNvPr id="2" name="Imagen 1" descr="Imagen que contiene interior, tabla, juguete, oficina&#10;&#10;Descripción generada automáticamente">
            <a:extLst>
              <a:ext uri="{FF2B5EF4-FFF2-40B4-BE49-F238E27FC236}">
                <a16:creationId xmlns:a16="http://schemas.microsoft.com/office/drawing/2014/main" id="{B2AF0578-7021-D8BC-DED0-E29F8FDE43A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8447" y="390832"/>
            <a:ext cx="8216570" cy="45191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8736428"/>
      </p:ext>
    </p:extLst>
  </p:cSld>
  <p:clrMapOvr>
    <a:masterClrMapping/>
  </p:clrMapOvr>
  <p:transition/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9" name="Text Box 5"/>
          <p:cNvSpPr txBox="1">
            <a:spLocks noChangeArrowheads="1"/>
          </p:cNvSpPr>
          <p:nvPr/>
        </p:nvSpPr>
        <p:spPr bwMode="auto">
          <a:xfrm>
            <a:off x="409928" y="1124744"/>
            <a:ext cx="8122512" cy="199137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sz="1600">
                <a:solidFill>
                  <a:schemeClr val="tx1"/>
                </a:solidFill>
                <a:latin typeface="Times New Roman" pitchFamily="18" charset="0"/>
              </a:defRPr>
            </a:lvl1pPr>
            <a:lvl2pPr marL="742950" indent="-285750">
              <a:defRPr sz="1600">
                <a:solidFill>
                  <a:schemeClr val="tx1"/>
                </a:solidFill>
                <a:latin typeface="Times New Roman" pitchFamily="18" charset="0"/>
              </a:defRPr>
            </a:lvl2pPr>
            <a:lvl3pPr marL="1143000" indent="-228600">
              <a:defRPr sz="1600">
                <a:solidFill>
                  <a:schemeClr val="tx1"/>
                </a:solidFill>
                <a:latin typeface="Times New Roman" pitchFamily="18" charset="0"/>
              </a:defRPr>
            </a:lvl3pPr>
            <a:lvl4pPr marL="1600200" indent="-228600">
              <a:defRPr sz="1600">
                <a:solidFill>
                  <a:schemeClr val="tx1"/>
                </a:solidFill>
                <a:latin typeface="Times New Roman" pitchFamily="18" charset="0"/>
              </a:defRPr>
            </a:lvl4pPr>
            <a:lvl5pPr marL="2057400" indent="-228600">
              <a:defRPr sz="1600">
                <a:solidFill>
                  <a:schemeClr val="tx1"/>
                </a:solidFill>
                <a:latin typeface="Times New Roman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imes New Roman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imes New Roman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imes New Roman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imes New Roman" pitchFamily="18" charset="0"/>
              </a:defRPr>
            </a:lvl9pPr>
          </a:lstStyle>
          <a:p>
            <a:pPr algn="just">
              <a:lnSpc>
                <a:spcPct val="150000"/>
              </a:lnSpc>
            </a:pPr>
            <a:r>
              <a:rPr lang="es-ES" sz="1400" dirty="0">
                <a:latin typeface="Arial" pitchFamily="34" charset="0"/>
                <a:cs typeface="Arial" pitchFamily="34" charset="0"/>
              </a:rPr>
              <a:t>El </a:t>
            </a:r>
            <a:r>
              <a:rPr lang="es-ES" sz="1400" b="1" dirty="0">
                <a:solidFill>
                  <a:schemeClr val="accent5">
                    <a:lumMod val="75000"/>
                  </a:schemeClr>
                </a:solidFill>
                <a:latin typeface="Arial" pitchFamily="34" charset="0"/>
                <a:cs typeface="Arial" pitchFamily="34" charset="0"/>
              </a:rPr>
              <a:t>switching por etiquetas multiprotocolo (Multiprotocol Label Switching, MPLS) </a:t>
            </a:r>
            <a:r>
              <a:rPr lang="es-ES" sz="1400" dirty="0">
                <a:latin typeface="Arial" pitchFamily="34" charset="0"/>
                <a:cs typeface="Arial" pitchFamily="34" charset="0"/>
              </a:rPr>
              <a:t>es una tecnología WAN de alto rendimiento multiprotocolo que dirige los datos desde un router al siguiente.</a:t>
            </a:r>
          </a:p>
          <a:p>
            <a:pPr marL="571500" indent="-285750" algn="just">
              <a:lnSpc>
                <a:spcPct val="150000"/>
              </a:lnSpc>
              <a:buFont typeface="Courier New" panose="02070309020205020404" pitchFamily="49" charset="0"/>
              <a:buChar char="o"/>
            </a:pPr>
            <a:r>
              <a:rPr lang="es-ES" sz="1400" dirty="0">
                <a:latin typeface="Arial" pitchFamily="34" charset="0"/>
                <a:cs typeface="Arial" pitchFamily="34" charset="0"/>
              </a:rPr>
              <a:t>MPLS se basa en </a:t>
            </a:r>
            <a:r>
              <a:rPr lang="es-ES" sz="1400" b="1" dirty="0">
                <a:solidFill>
                  <a:schemeClr val="accent6">
                    <a:lumMod val="75000"/>
                  </a:schemeClr>
                </a:solidFill>
                <a:latin typeface="Arial" pitchFamily="34" charset="0"/>
                <a:cs typeface="Arial" pitchFamily="34" charset="0"/>
              </a:rPr>
              <a:t>etiquetas de ruta cortas en lugar de direcciones de red IP</a:t>
            </a:r>
            <a:r>
              <a:rPr lang="es-ES" sz="1400" dirty="0">
                <a:latin typeface="Arial" pitchFamily="34" charset="0"/>
                <a:cs typeface="Arial" pitchFamily="34" charset="0"/>
              </a:rPr>
              <a:t>.</a:t>
            </a:r>
          </a:p>
          <a:p>
            <a:pPr marL="571500" indent="-285750" algn="just">
              <a:lnSpc>
                <a:spcPct val="150000"/>
              </a:lnSpc>
              <a:buFont typeface="Courier New" panose="02070309020205020404" pitchFamily="49" charset="0"/>
              <a:buChar char="o"/>
            </a:pPr>
            <a:r>
              <a:rPr lang="es-ES" sz="1400" dirty="0">
                <a:latin typeface="Arial" pitchFamily="34" charset="0"/>
                <a:cs typeface="Arial" pitchFamily="34" charset="0"/>
              </a:rPr>
              <a:t>Se llama multiprotocolo porque tiene la capacidad de transportar cualquier contenido, incluido tráfico IPv4, IPv6, Ethernet, DSL, etc.</a:t>
            </a:r>
          </a:p>
          <a:p>
            <a:pPr marL="571500" indent="-285750" algn="just">
              <a:lnSpc>
                <a:spcPct val="150000"/>
              </a:lnSpc>
              <a:buFont typeface="Courier New" panose="02070309020205020404" pitchFamily="49" charset="0"/>
              <a:buChar char="o"/>
            </a:pPr>
            <a:r>
              <a:rPr lang="es-ES" sz="1400" dirty="0">
                <a:latin typeface="Arial" pitchFamily="34" charset="0"/>
                <a:cs typeface="Arial" pitchFamily="34" charset="0"/>
              </a:rPr>
              <a:t>Usa </a:t>
            </a:r>
            <a:r>
              <a:rPr lang="es-ES" sz="1400" b="1" dirty="0">
                <a:solidFill>
                  <a:schemeClr val="accent6">
                    <a:lumMod val="75000"/>
                  </a:schemeClr>
                </a:solidFill>
                <a:latin typeface="Arial" pitchFamily="34" charset="0"/>
                <a:cs typeface="Arial" pitchFamily="34" charset="0"/>
              </a:rPr>
              <a:t>etiquetas </a:t>
            </a:r>
            <a:r>
              <a:rPr lang="es-ES" sz="1400" dirty="0">
                <a:latin typeface="Arial" pitchFamily="34" charset="0"/>
                <a:cs typeface="Arial" pitchFamily="34" charset="0"/>
              </a:rPr>
              <a:t>que le indican al router qué hacer con un paquete.</a:t>
            </a:r>
            <a:endParaRPr lang="es-MX" sz="1400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3078" name="Text Box 6"/>
          <p:cNvSpPr txBox="1">
            <a:spLocks noChangeArrowheads="1"/>
          </p:cNvSpPr>
          <p:nvPr/>
        </p:nvSpPr>
        <p:spPr bwMode="auto">
          <a:xfrm>
            <a:off x="766475" y="96145"/>
            <a:ext cx="7539037" cy="86177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sz="1600">
                <a:solidFill>
                  <a:schemeClr val="tx1"/>
                </a:solidFill>
                <a:latin typeface="Times New Roman" pitchFamily="18" charset="0"/>
              </a:defRPr>
            </a:lvl1pPr>
            <a:lvl2pPr marL="742950" indent="-285750">
              <a:defRPr sz="1600">
                <a:solidFill>
                  <a:schemeClr val="tx1"/>
                </a:solidFill>
                <a:latin typeface="Times New Roman" pitchFamily="18" charset="0"/>
              </a:defRPr>
            </a:lvl2pPr>
            <a:lvl3pPr marL="1143000" indent="-228600">
              <a:defRPr sz="1600">
                <a:solidFill>
                  <a:schemeClr val="tx1"/>
                </a:solidFill>
                <a:latin typeface="Times New Roman" pitchFamily="18" charset="0"/>
              </a:defRPr>
            </a:lvl3pPr>
            <a:lvl4pPr marL="1600200" indent="-228600">
              <a:defRPr sz="1600">
                <a:solidFill>
                  <a:schemeClr val="tx1"/>
                </a:solidFill>
                <a:latin typeface="Times New Roman" pitchFamily="18" charset="0"/>
              </a:defRPr>
            </a:lvl4pPr>
            <a:lvl5pPr marL="2057400" indent="-228600">
              <a:defRPr sz="1600">
                <a:solidFill>
                  <a:schemeClr val="tx1"/>
                </a:solidFill>
                <a:latin typeface="Times New Roman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imes New Roman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imes New Roman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imes New Roman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imes New Roman" pitchFamily="18" charset="0"/>
              </a:defRPr>
            </a:lvl9pPr>
          </a:lstStyle>
          <a:p>
            <a:pPr algn="ctr">
              <a:spcBef>
                <a:spcPct val="50000"/>
              </a:spcBef>
            </a:pPr>
            <a:r>
              <a:rPr lang="es-MX" sz="3200" b="1" dirty="0">
                <a:solidFill>
                  <a:schemeClr val="accent4">
                    <a:lumMod val="50000"/>
                  </a:schemeClr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Dom Casual" charset="0"/>
                <a:ea typeface="+mj-ea"/>
                <a:cs typeface="+mj-cs"/>
              </a:rPr>
              <a:t>MPLS</a:t>
            </a:r>
          </a:p>
          <a:p>
            <a:pPr algn="ctr"/>
            <a:r>
              <a:rPr lang="es-MX" sz="1800" b="1" dirty="0">
                <a:solidFill>
                  <a:schemeClr val="accent3">
                    <a:lumMod val="75000"/>
                  </a:schemeClr>
                </a:solidFill>
                <a:latin typeface="Dom Casual" charset="0"/>
                <a:ea typeface="+mj-ea"/>
                <a:cs typeface="+mj-cs"/>
              </a:rPr>
              <a:t>(Multi Protocol Label Switching)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0C35FE5-FC59-92BB-5671-DFF0AFFA2F1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71800" y="3212976"/>
            <a:ext cx="5688632" cy="3271334"/>
          </a:xfrm>
          <a:prstGeom prst="rect">
            <a:avLst/>
          </a:prstGeom>
        </p:spPr>
      </p:pic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86A1EC40-E444-42EA-8B6C-204B59FCF40A}"/>
              </a:ext>
            </a:extLst>
          </p:cNvPr>
          <p:cNvSpPr txBox="1">
            <a:spLocks/>
          </p:cNvSpPr>
          <p:nvPr/>
        </p:nvSpPr>
        <p:spPr bwMode="auto">
          <a:xfrm>
            <a:off x="408507" y="3439561"/>
            <a:ext cx="2001832" cy="194421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182880" bIns="45720" numCol="1" anchor="t" anchorCtr="0" compatLnSpc="1">
            <a:prstTxWarp prst="textNoShape">
              <a:avLst/>
            </a:prstTxWarp>
          </a:bodyPr>
          <a:lstStyle>
            <a:lvl1pPr marL="169863" indent="-169863" algn="l" defTabSz="684213" rtl="0" eaLnBrk="1" fontAlgn="base" hangingPunct="1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§"/>
              <a:defRPr lang="en-US" sz="1500" kern="1200">
                <a:solidFill>
                  <a:srgbClr val="000000"/>
                </a:solidFill>
                <a:latin typeface="+mn-lt"/>
                <a:ea typeface="ＭＳ Ｐゴシック" charset="0"/>
                <a:cs typeface="CiscoSans"/>
              </a:defRPr>
            </a:lvl1pPr>
            <a:lvl2pPr marL="358775" indent="-215900" algn="l" defTabSz="684213" rtl="0" eaLnBrk="1" fontAlgn="base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tx2"/>
              </a:buClr>
              <a:buFont typeface="Arial" charset="0"/>
              <a:buChar char="•"/>
              <a:defRPr lang="en-US" sz="1400" kern="1200">
                <a:solidFill>
                  <a:srgbClr val="000000"/>
                </a:solidFill>
                <a:latin typeface="+mn-lt"/>
                <a:ea typeface="ＭＳ Ｐゴシック" charset="0"/>
                <a:cs typeface="CiscoSans"/>
              </a:defRPr>
            </a:lvl2pPr>
            <a:lvl3pPr marL="431800" indent="-169863" algn="l" defTabSz="684213" rtl="0" eaLnBrk="1" fontAlgn="base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Arial" charset="0"/>
              <a:buChar char="•"/>
              <a:defRPr lang="en-US" sz="1200" kern="1200">
                <a:solidFill>
                  <a:srgbClr val="000000"/>
                </a:solidFill>
                <a:latin typeface="+mn-lt"/>
                <a:ea typeface="ＭＳ Ｐゴシック" charset="0"/>
                <a:cs typeface="CiscoSans"/>
              </a:defRPr>
            </a:lvl3pPr>
            <a:lvl4pPr marL="503238" indent="-169863" algn="l" defTabSz="684213" rtl="0" eaLnBrk="1" fontAlgn="base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Arial" charset="0"/>
              <a:buChar char="•"/>
              <a:defRPr lang="en-US" sz="1100" kern="1200">
                <a:solidFill>
                  <a:srgbClr val="000000"/>
                </a:solidFill>
                <a:latin typeface="+mn-lt"/>
                <a:ea typeface="ＭＳ Ｐゴシック" charset="0"/>
                <a:cs typeface="CiscoSans"/>
              </a:defRPr>
            </a:lvl4pPr>
            <a:lvl5pPr marL="574675" indent="-169863" algn="l" defTabSz="684213" rtl="0" eaLnBrk="1" fontAlgn="base" hangingPunct="1">
              <a:lnSpc>
                <a:spcPct val="95000"/>
              </a:lnSpc>
              <a:spcBef>
                <a:spcPts val="625"/>
              </a:spcBef>
              <a:spcAft>
                <a:spcPct val="0"/>
              </a:spcAft>
              <a:buFont typeface="Arial" charset="0"/>
              <a:buChar char="•"/>
              <a:defRPr lang="en-US" sz="1100" kern="1200" dirty="0">
                <a:solidFill>
                  <a:schemeClr val="tx1"/>
                </a:solidFill>
                <a:latin typeface="+mn-lt"/>
                <a:ea typeface="ＭＳ Ｐゴシック" charset="0"/>
                <a:cs typeface="CiscoSans"/>
              </a:defRPr>
            </a:lvl5pPr>
            <a:lvl6pPr marL="863856" indent="-171445" algn="l" defTabSz="685777" rtl="0" eaLnBrk="1" latinLnBrk="0" hangingPunct="1">
              <a:spcBef>
                <a:spcPts val="600"/>
              </a:spcBef>
              <a:buFont typeface="Arial" pitchFamily="34" charset="0"/>
              <a:buChar char="•"/>
              <a:defRPr sz="9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935844" indent="-171422" algn="l" defTabSz="685777" rtl="0" eaLnBrk="1" latinLnBrk="0" hangingPunct="1">
              <a:spcBef>
                <a:spcPts val="600"/>
              </a:spcBef>
              <a:buFont typeface="Arial" pitchFamily="34" charset="0"/>
              <a:buChar char="•"/>
              <a:defRPr sz="8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220" indent="0" algn="l" defTabSz="685777" rtl="0" eaLnBrk="1" latinLnBrk="0" hangingPunct="1">
              <a:spcBef>
                <a:spcPct val="20000"/>
              </a:spcBef>
              <a:buFont typeface="Arial" pitchFamily="34" charset="0"/>
              <a:buNone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553" indent="-171445" algn="l" defTabSz="685777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es-ES" altLang="en-US" sz="1400" dirty="0">
                <a:latin typeface="Arial" panose="020B0604020202020204" pitchFamily="34" charset="0"/>
                <a:cs typeface="Arial" panose="020B0604020202020204" pitchFamily="34" charset="0"/>
              </a:rPr>
              <a:t>MPLS es principalmente una </a:t>
            </a:r>
            <a:r>
              <a:rPr lang="es-ES" altLang="en-US" sz="1400" b="1" dirty="0">
                <a:solidFill>
                  <a:schemeClr val="accent6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tecnología WAN de proveedor de servicios</a:t>
            </a:r>
            <a:r>
              <a:rPr lang="es-ES" alt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pPr lvl="1"/>
            <a:endParaRPr lang="es-ES" altLang="en-US" dirty="0">
              <a:cs typeface="Arial"/>
            </a:endParaRPr>
          </a:p>
          <a:p>
            <a:pPr lvl="1"/>
            <a:endParaRPr lang="es-ES" altLang="en-US" dirty="0">
              <a:cs typeface="Arial"/>
            </a:endParaRPr>
          </a:p>
          <a:p>
            <a:pPr lvl="1"/>
            <a:endParaRPr lang="es-ES" altLang="en-US" dirty="0">
              <a:cs typeface="Arial"/>
            </a:endParaRPr>
          </a:p>
          <a:p>
            <a:pPr lvl="1"/>
            <a:endParaRPr lang="es-ES" altLang="en-US" dirty="0"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127760912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4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7" dur="500"/>
                                        <p:tgtEl>
                                          <p:spTgt spid="266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629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9" name="Text Box 5"/>
          <p:cNvSpPr txBox="1">
            <a:spLocks noChangeArrowheads="1"/>
          </p:cNvSpPr>
          <p:nvPr/>
        </p:nvSpPr>
        <p:spPr bwMode="auto">
          <a:xfrm>
            <a:off x="745542" y="1332581"/>
            <a:ext cx="7837973" cy="87203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sz="1600">
                <a:solidFill>
                  <a:schemeClr val="tx1"/>
                </a:solidFill>
                <a:latin typeface="Times New Roman" pitchFamily="18" charset="0"/>
              </a:defRPr>
            </a:lvl1pPr>
            <a:lvl2pPr marL="742950" indent="-285750">
              <a:defRPr sz="1600">
                <a:solidFill>
                  <a:schemeClr val="tx1"/>
                </a:solidFill>
                <a:latin typeface="Times New Roman" pitchFamily="18" charset="0"/>
              </a:defRPr>
            </a:lvl2pPr>
            <a:lvl3pPr marL="1143000" indent="-228600">
              <a:defRPr sz="1600">
                <a:solidFill>
                  <a:schemeClr val="tx1"/>
                </a:solidFill>
                <a:latin typeface="Times New Roman" pitchFamily="18" charset="0"/>
              </a:defRPr>
            </a:lvl3pPr>
            <a:lvl4pPr marL="1600200" indent="-228600">
              <a:defRPr sz="1600">
                <a:solidFill>
                  <a:schemeClr val="tx1"/>
                </a:solidFill>
                <a:latin typeface="Times New Roman" pitchFamily="18" charset="0"/>
              </a:defRPr>
            </a:lvl4pPr>
            <a:lvl5pPr marL="2057400" indent="-228600">
              <a:defRPr sz="1600">
                <a:solidFill>
                  <a:schemeClr val="tx1"/>
                </a:solidFill>
                <a:latin typeface="Times New Roman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imes New Roman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imes New Roman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imes New Roman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imes New Roman" pitchFamily="18" charset="0"/>
              </a:defRPr>
            </a:lvl9pPr>
          </a:lstStyle>
          <a:p>
            <a:pPr algn="just">
              <a:lnSpc>
                <a:spcPct val="150000"/>
              </a:lnSpc>
            </a:pPr>
            <a:r>
              <a:rPr lang="es-ES" sz="1800" dirty="0">
                <a:latin typeface="Arial" pitchFamily="34" charset="0"/>
                <a:cs typeface="Arial" pitchFamily="34" charset="0"/>
              </a:rPr>
              <a:t>MPLS permite a las empresas formar WANs sobre la </a:t>
            </a:r>
            <a:r>
              <a:rPr lang="es-ES" sz="1800" b="1" dirty="0">
                <a:solidFill>
                  <a:schemeClr val="accent6">
                    <a:lumMod val="75000"/>
                  </a:schemeClr>
                </a:solidFill>
                <a:latin typeface="Arial" pitchFamily="34" charset="0"/>
                <a:cs typeface="Arial" pitchFamily="34" charset="0"/>
              </a:rPr>
              <a:t>infraestructura MPLS de un proveedor de servicios</a:t>
            </a:r>
            <a:r>
              <a:rPr lang="es-ES" sz="1800" dirty="0">
                <a:latin typeface="Arial" pitchFamily="34" charset="0"/>
                <a:cs typeface="Arial" pitchFamily="34" charset="0"/>
              </a:rPr>
              <a:t>.</a:t>
            </a:r>
            <a:endParaRPr lang="es-MX" sz="1800" dirty="0">
              <a:latin typeface="Arial" pitchFamily="34" charset="0"/>
              <a:cs typeface="Arial" pitchFamily="34" charset="0"/>
            </a:endParaRPr>
          </a:p>
        </p:txBody>
      </p:sp>
      <p:pic>
        <p:nvPicPr>
          <p:cNvPr id="2" name="Picture 2">
            <a:extLst>
              <a:ext uri="{FF2B5EF4-FFF2-40B4-BE49-F238E27FC236}">
                <a16:creationId xmlns:a16="http://schemas.microsoft.com/office/drawing/2014/main" id="{EE5B244D-1000-A56A-F67E-F2965B82E8D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27684" y="2636912"/>
            <a:ext cx="5688632" cy="3271334"/>
          </a:xfrm>
          <a:prstGeom prst="rect">
            <a:avLst/>
          </a:prstGeom>
        </p:spPr>
      </p:pic>
      <p:sp>
        <p:nvSpPr>
          <p:cNvPr id="3" name="Text Box 6">
            <a:extLst>
              <a:ext uri="{FF2B5EF4-FFF2-40B4-BE49-F238E27FC236}">
                <a16:creationId xmlns:a16="http://schemas.microsoft.com/office/drawing/2014/main" id="{C4A45AA1-BA13-4A15-0BE4-79357A6F3C1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66475" y="96145"/>
            <a:ext cx="7539037" cy="86177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sz="1600">
                <a:solidFill>
                  <a:schemeClr val="tx1"/>
                </a:solidFill>
                <a:latin typeface="Times New Roman" pitchFamily="18" charset="0"/>
              </a:defRPr>
            </a:lvl1pPr>
            <a:lvl2pPr marL="742950" indent="-285750">
              <a:defRPr sz="1600">
                <a:solidFill>
                  <a:schemeClr val="tx1"/>
                </a:solidFill>
                <a:latin typeface="Times New Roman" pitchFamily="18" charset="0"/>
              </a:defRPr>
            </a:lvl2pPr>
            <a:lvl3pPr marL="1143000" indent="-228600">
              <a:defRPr sz="1600">
                <a:solidFill>
                  <a:schemeClr val="tx1"/>
                </a:solidFill>
                <a:latin typeface="Times New Roman" pitchFamily="18" charset="0"/>
              </a:defRPr>
            </a:lvl3pPr>
            <a:lvl4pPr marL="1600200" indent="-228600">
              <a:defRPr sz="1600">
                <a:solidFill>
                  <a:schemeClr val="tx1"/>
                </a:solidFill>
                <a:latin typeface="Times New Roman" pitchFamily="18" charset="0"/>
              </a:defRPr>
            </a:lvl4pPr>
            <a:lvl5pPr marL="2057400" indent="-228600">
              <a:defRPr sz="1600">
                <a:solidFill>
                  <a:schemeClr val="tx1"/>
                </a:solidFill>
                <a:latin typeface="Times New Roman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imes New Roman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imes New Roman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imes New Roman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imes New Roman" pitchFamily="18" charset="0"/>
              </a:defRPr>
            </a:lvl9pPr>
          </a:lstStyle>
          <a:p>
            <a:pPr algn="ctr">
              <a:spcBef>
                <a:spcPct val="50000"/>
              </a:spcBef>
            </a:pPr>
            <a:r>
              <a:rPr lang="es-MX" sz="3200" b="1" dirty="0">
                <a:solidFill>
                  <a:schemeClr val="accent4">
                    <a:lumMod val="50000"/>
                  </a:schemeClr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Dom Casual" charset="0"/>
                <a:ea typeface="+mj-ea"/>
                <a:cs typeface="+mj-cs"/>
              </a:rPr>
              <a:t>MPLS</a:t>
            </a:r>
          </a:p>
          <a:p>
            <a:pPr algn="ctr"/>
            <a:r>
              <a:rPr lang="es-MX" sz="1800" b="1" dirty="0">
                <a:solidFill>
                  <a:schemeClr val="accent3">
                    <a:lumMod val="75000"/>
                  </a:schemeClr>
                </a:solidFill>
                <a:latin typeface="Dom Casual" charset="0"/>
                <a:ea typeface="+mj-ea"/>
                <a:cs typeface="+mj-cs"/>
              </a:rPr>
              <a:t>(Multi Protocol Label Switching)</a:t>
            </a:r>
          </a:p>
        </p:txBody>
      </p:sp>
    </p:spTree>
    <p:extLst>
      <p:ext uri="{BB962C8B-B14F-4D97-AF65-F5344CB8AC3E}">
        <p14:creationId xmlns:p14="http://schemas.microsoft.com/office/powerpoint/2010/main" val="3995869365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4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7" dur="500"/>
                                        <p:tgtEl>
                                          <p:spTgt spid="266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629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9" name="Text Box 5"/>
          <p:cNvSpPr txBox="1">
            <a:spLocks noChangeArrowheads="1"/>
          </p:cNvSpPr>
          <p:nvPr/>
        </p:nvSpPr>
        <p:spPr bwMode="auto">
          <a:xfrm>
            <a:off x="179509" y="1052736"/>
            <a:ext cx="8352931" cy="226267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sz="1600">
                <a:solidFill>
                  <a:schemeClr val="tx1"/>
                </a:solidFill>
                <a:latin typeface="Times New Roman" pitchFamily="18" charset="0"/>
              </a:defRPr>
            </a:lvl1pPr>
            <a:lvl2pPr marL="742950" indent="-285750">
              <a:defRPr sz="1600">
                <a:solidFill>
                  <a:schemeClr val="tx1"/>
                </a:solidFill>
                <a:latin typeface="Times New Roman" pitchFamily="18" charset="0"/>
              </a:defRPr>
            </a:lvl2pPr>
            <a:lvl3pPr marL="1143000" indent="-228600">
              <a:defRPr sz="1600">
                <a:solidFill>
                  <a:schemeClr val="tx1"/>
                </a:solidFill>
                <a:latin typeface="Times New Roman" pitchFamily="18" charset="0"/>
              </a:defRPr>
            </a:lvl3pPr>
            <a:lvl4pPr marL="1600200" indent="-228600">
              <a:defRPr sz="1600">
                <a:solidFill>
                  <a:schemeClr val="tx1"/>
                </a:solidFill>
                <a:latin typeface="Times New Roman" pitchFamily="18" charset="0"/>
              </a:defRPr>
            </a:lvl4pPr>
            <a:lvl5pPr marL="2057400" indent="-228600">
              <a:defRPr sz="1600">
                <a:solidFill>
                  <a:schemeClr val="tx1"/>
                </a:solidFill>
                <a:latin typeface="Times New Roman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imes New Roman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imes New Roman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imes New Roman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imes New Roman" pitchFamily="18" charset="0"/>
              </a:defRPr>
            </a:lvl9pPr>
          </a:lstStyle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s-ES" dirty="0">
                <a:latin typeface="Arial" pitchFamily="34" charset="0"/>
                <a:cs typeface="Arial" pitchFamily="34" charset="0"/>
              </a:rPr>
              <a:t>Al igual que Internet, las redes MPLS de los proveedores de servicios son </a:t>
            </a:r>
            <a:r>
              <a:rPr lang="es-ES" b="1" dirty="0">
                <a:solidFill>
                  <a:schemeClr val="accent6">
                    <a:lumMod val="75000"/>
                  </a:schemeClr>
                </a:solidFill>
                <a:latin typeface="Arial" pitchFamily="34" charset="0"/>
                <a:cs typeface="Arial" pitchFamily="34" charset="0"/>
              </a:rPr>
              <a:t>infraestructuras compartidas </a:t>
            </a:r>
            <a:r>
              <a:rPr lang="es-ES" dirty="0">
                <a:latin typeface="Arial" pitchFamily="34" charset="0"/>
                <a:cs typeface="Arial" pitchFamily="34" charset="0"/>
              </a:rPr>
              <a:t>porque </a:t>
            </a:r>
            <a:r>
              <a:rPr lang="es-ES" b="1" dirty="0">
                <a:solidFill>
                  <a:schemeClr val="accent6">
                    <a:lumMod val="75000"/>
                  </a:schemeClr>
                </a:solidFill>
                <a:latin typeface="Arial" pitchFamily="34" charset="0"/>
                <a:cs typeface="Arial" pitchFamily="34" charset="0"/>
              </a:rPr>
              <a:t>muchas empresas de clientes se conectan y comparten la misma infraestructura para realizar conexiones WAN.</a:t>
            </a: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s-ES" dirty="0">
                <a:latin typeface="Arial" pitchFamily="34" charset="0"/>
                <a:cs typeface="Arial" pitchFamily="34" charset="0"/>
              </a:rPr>
              <a:t>Las </a:t>
            </a:r>
            <a:r>
              <a:rPr lang="es-ES" b="1" dirty="0">
                <a:solidFill>
                  <a:schemeClr val="accent6">
                    <a:lumMod val="75000"/>
                  </a:schemeClr>
                </a:solidFill>
                <a:latin typeface="Arial" pitchFamily="34" charset="0"/>
                <a:cs typeface="Arial" pitchFamily="34" charset="0"/>
              </a:rPr>
              <a:t>etiquetas </a:t>
            </a:r>
            <a:r>
              <a:rPr lang="es-ES" dirty="0">
                <a:latin typeface="Arial" pitchFamily="34" charset="0"/>
                <a:cs typeface="Arial" pitchFamily="34" charset="0"/>
              </a:rPr>
              <a:t>se utilizan para </a:t>
            </a:r>
            <a:r>
              <a:rPr lang="es-ES" b="1" dirty="0">
                <a:solidFill>
                  <a:schemeClr val="accent6">
                    <a:lumMod val="75000"/>
                  </a:schemeClr>
                </a:solidFill>
                <a:latin typeface="Arial" pitchFamily="34" charset="0"/>
                <a:cs typeface="Arial" pitchFamily="34" charset="0"/>
              </a:rPr>
              <a:t>separar el tráfico de los diferentes clientes </a:t>
            </a:r>
            <a:r>
              <a:rPr lang="es-ES" dirty="0">
                <a:latin typeface="Arial" pitchFamily="34" charset="0"/>
                <a:cs typeface="Arial" pitchFamily="34" charset="0"/>
              </a:rPr>
              <a:t>a medida que viaja por la infraestructura compartida y asegura de que no se mezcle el tráfico de los clientes.</a:t>
            </a:r>
            <a:endParaRPr lang="es-MX" dirty="0">
              <a:latin typeface="Arial" pitchFamily="34" charset="0"/>
              <a:cs typeface="Arial" pitchFamily="34" charset="0"/>
            </a:endParaRPr>
          </a:p>
        </p:txBody>
      </p:sp>
      <p:pic>
        <p:nvPicPr>
          <p:cNvPr id="2" name="Picture 2">
            <a:extLst>
              <a:ext uri="{FF2B5EF4-FFF2-40B4-BE49-F238E27FC236}">
                <a16:creationId xmlns:a16="http://schemas.microsoft.com/office/drawing/2014/main" id="{EE5B244D-1000-A56A-F67E-F2965B82E8D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23728" y="3386208"/>
            <a:ext cx="5112568" cy="2940060"/>
          </a:xfrm>
          <a:prstGeom prst="rect">
            <a:avLst/>
          </a:prstGeom>
        </p:spPr>
      </p:pic>
      <p:sp>
        <p:nvSpPr>
          <p:cNvPr id="3" name="Text Box 6">
            <a:extLst>
              <a:ext uri="{FF2B5EF4-FFF2-40B4-BE49-F238E27FC236}">
                <a16:creationId xmlns:a16="http://schemas.microsoft.com/office/drawing/2014/main" id="{7E8A5226-E56A-9EF9-29FF-75CC17A57BE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66475" y="96145"/>
            <a:ext cx="7539037" cy="86177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sz="1600">
                <a:solidFill>
                  <a:schemeClr val="tx1"/>
                </a:solidFill>
                <a:latin typeface="Times New Roman" pitchFamily="18" charset="0"/>
              </a:defRPr>
            </a:lvl1pPr>
            <a:lvl2pPr marL="742950" indent="-285750">
              <a:defRPr sz="1600">
                <a:solidFill>
                  <a:schemeClr val="tx1"/>
                </a:solidFill>
                <a:latin typeface="Times New Roman" pitchFamily="18" charset="0"/>
              </a:defRPr>
            </a:lvl2pPr>
            <a:lvl3pPr marL="1143000" indent="-228600">
              <a:defRPr sz="1600">
                <a:solidFill>
                  <a:schemeClr val="tx1"/>
                </a:solidFill>
                <a:latin typeface="Times New Roman" pitchFamily="18" charset="0"/>
              </a:defRPr>
            </a:lvl3pPr>
            <a:lvl4pPr marL="1600200" indent="-228600">
              <a:defRPr sz="1600">
                <a:solidFill>
                  <a:schemeClr val="tx1"/>
                </a:solidFill>
                <a:latin typeface="Times New Roman" pitchFamily="18" charset="0"/>
              </a:defRPr>
            </a:lvl4pPr>
            <a:lvl5pPr marL="2057400" indent="-228600">
              <a:defRPr sz="1600">
                <a:solidFill>
                  <a:schemeClr val="tx1"/>
                </a:solidFill>
                <a:latin typeface="Times New Roman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imes New Roman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imes New Roman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imes New Roman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imes New Roman" pitchFamily="18" charset="0"/>
              </a:defRPr>
            </a:lvl9pPr>
          </a:lstStyle>
          <a:p>
            <a:pPr algn="ctr">
              <a:spcBef>
                <a:spcPct val="50000"/>
              </a:spcBef>
            </a:pPr>
            <a:r>
              <a:rPr lang="es-MX" sz="3200" b="1" dirty="0">
                <a:solidFill>
                  <a:schemeClr val="accent4">
                    <a:lumMod val="50000"/>
                  </a:schemeClr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Dom Casual" charset="0"/>
                <a:ea typeface="+mj-ea"/>
                <a:cs typeface="+mj-cs"/>
              </a:rPr>
              <a:t>MPLS</a:t>
            </a:r>
          </a:p>
          <a:p>
            <a:pPr algn="ctr"/>
            <a:r>
              <a:rPr lang="es-MX" sz="1800" b="1" dirty="0">
                <a:solidFill>
                  <a:schemeClr val="accent3">
                    <a:lumMod val="75000"/>
                  </a:schemeClr>
                </a:solidFill>
                <a:latin typeface="Dom Casual" charset="0"/>
                <a:ea typeface="+mj-ea"/>
                <a:cs typeface="+mj-cs"/>
              </a:rPr>
              <a:t>(Multi Protocol Label Switching)</a:t>
            </a:r>
          </a:p>
        </p:txBody>
      </p:sp>
    </p:spTree>
    <p:extLst>
      <p:ext uri="{BB962C8B-B14F-4D97-AF65-F5344CB8AC3E}">
        <p14:creationId xmlns:p14="http://schemas.microsoft.com/office/powerpoint/2010/main" val="229153052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4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7" dur="500"/>
                                        <p:tgtEl>
                                          <p:spTgt spid="266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629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9" name="Text Box 5"/>
          <p:cNvSpPr txBox="1">
            <a:spLocks noChangeArrowheads="1"/>
          </p:cNvSpPr>
          <p:nvPr/>
        </p:nvSpPr>
        <p:spPr bwMode="auto">
          <a:xfrm>
            <a:off x="495923" y="1725970"/>
            <a:ext cx="7920880" cy="170303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sz="1600">
                <a:solidFill>
                  <a:schemeClr val="tx1"/>
                </a:solidFill>
                <a:latin typeface="Times New Roman" pitchFamily="18" charset="0"/>
              </a:defRPr>
            </a:lvl1pPr>
            <a:lvl2pPr marL="742950" indent="-285750">
              <a:defRPr sz="1600">
                <a:solidFill>
                  <a:schemeClr val="tx1"/>
                </a:solidFill>
                <a:latin typeface="Times New Roman" pitchFamily="18" charset="0"/>
              </a:defRPr>
            </a:lvl2pPr>
            <a:lvl3pPr marL="1143000" indent="-228600">
              <a:defRPr sz="1600">
                <a:solidFill>
                  <a:schemeClr val="tx1"/>
                </a:solidFill>
                <a:latin typeface="Times New Roman" pitchFamily="18" charset="0"/>
              </a:defRPr>
            </a:lvl3pPr>
            <a:lvl4pPr marL="1600200" indent="-228600">
              <a:defRPr sz="1600">
                <a:solidFill>
                  <a:schemeClr val="tx1"/>
                </a:solidFill>
                <a:latin typeface="Times New Roman" pitchFamily="18" charset="0"/>
              </a:defRPr>
            </a:lvl4pPr>
            <a:lvl5pPr marL="2057400" indent="-228600">
              <a:defRPr sz="1600">
                <a:solidFill>
                  <a:schemeClr val="tx1"/>
                </a:solidFill>
                <a:latin typeface="Times New Roman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imes New Roman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imes New Roman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imes New Roman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imes New Roman" pitchFamily="18" charset="0"/>
              </a:defRPr>
            </a:lvl9pPr>
          </a:lstStyle>
          <a:p>
            <a:pPr algn="just">
              <a:lnSpc>
                <a:spcPct val="150000"/>
              </a:lnSpc>
            </a:pPr>
            <a:r>
              <a:rPr lang="fr-FR" sz="1800" dirty="0">
                <a:latin typeface="Arial" pitchFamily="34" charset="0"/>
                <a:cs typeface="Arial" pitchFamily="34" charset="0"/>
              </a:rPr>
              <a:t>Un router MPLS puede ser:</a:t>
            </a:r>
          </a:p>
          <a:p>
            <a:pPr marL="571500" indent="-285750" algn="just">
              <a:lnSpc>
                <a:spcPct val="150000"/>
              </a:lnSpc>
              <a:buFont typeface="Courier New" panose="02070309020205020404" pitchFamily="49" charset="0"/>
              <a:buChar char="o"/>
            </a:pPr>
            <a:r>
              <a:rPr lang="fr-FR" sz="1800" dirty="0">
                <a:latin typeface="Arial" pitchFamily="34" charset="0"/>
                <a:cs typeface="Arial" pitchFamily="34" charset="0"/>
              </a:rPr>
              <a:t>Un </a:t>
            </a:r>
            <a:r>
              <a:rPr lang="fr-FR" sz="1800" b="1" dirty="0">
                <a:solidFill>
                  <a:schemeClr val="accent6">
                    <a:lumMod val="75000"/>
                  </a:schemeClr>
                </a:solidFill>
                <a:latin typeface="Arial" pitchFamily="34" charset="0"/>
                <a:cs typeface="Arial" pitchFamily="34" charset="0"/>
              </a:rPr>
              <a:t>router de borde de cliente (CE)</a:t>
            </a:r>
            <a:endParaRPr lang="fr-FR" sz="1800" dirty="0">
              <a:latin typeface="Arial" pitchFamily="34" charset="0"/>
              <a:cs typeface="Arial" pitchFamily="34" charset="0"/>
            </a:endParaRPr>
          </a:p>
          <a:p>
            <a:pPr marL="571500" indent="-285750" algn="just">
              <a:lnSpc>
                <a:spcPct val="150000"/>
              </a:lnSpc>
              <a:buFont typeface="Courier New" panose="02070309020205020404" pitchFamily="49" charset="0"/>
              <a:buChar char="o"/>
            </a:pPr>
            <a:r>
              <a:rPr lang="fr-FR" sz="1800" dirty="0">
                <a:latin typeface="Arial" pitchFamily="34" charset="0"/>
                <a:cs typeface="Arial" pitchFamily="34" charset="0"/>
              </a:rPr>
              <a:t>Un</a:t>
            </a:r>
            <a:r>
              <a:rPr lang="fr-FR" sz="1800" b="1" dirty="0">
                <a:solidFill>
                  <a:schemeClr val="accent6">
                    <a:lumMod val="75000"/>
                  </a:schemeClr>
                </a:solidFill>
                <a:latin typeface="Arial" pitchFamily="34" charset="0"/>
                <a:cs typeface="Arial" pitchFamily="34" charset="0"/>
              </a:rPr>
              <a:t> router de borde de proveedor (PE)</a:t>
            </a:r>
          </a:p>
          <a:p>
            <a:pPr marL="571500" indent="-285750" algn="just">
              <a:lnSpc>
                <a:spcPct val="150000"/>
              </a:lnSpc>
              <a:buFont typeface="Courier New" panose="02070309020205020404" pitchFamily="49" charset="0"/>
              <a:buChar char="o"/>
            </a:pPr>
            <a:r>
              <a:rPr lang="fr-FR" sz="1800" dirty="0">
                <a:latin typeface="Arial" pitchFamily="34" charset="0"/>
                <a:cs typeface="Arial" pitchFamily="34" charset="0"/>
              </a:rPr>
              <a:t>Un</a:t>
            </a:r>
            <a:r>
              <a:rPr lang="fr-FR" sz="1800" b="1" dirty="0">
                <a:solidFill>
                  <a:schemeClr val="accent6">
                    <a:lumMod val="75000"/>
                  </a:schemeClr>
                </a:solidFill>
                <a:latin typeface="Arial" pitchFamily="34" charset="0"/>
                <a:cs typeface="Arial" pitchFamily="34" charset="0"/>
              </a:rPr>
              <a:t> router de proveedor interno (P).</a:t>
            </a:r>
            <a:endParaRPr lang="es-MX" sz="1800" dirty="0">
              <a:solidFill>
                <a:schemeClr val="accent6">
                  <a:lumMod val="75000"/>
                </a:schemeClr>
              </a:solidFill>
              <a:latin typeface="Arial" pitchFamily="34" charset="0"/>
              <a:cs typeface="Arial" pitchFamily="34" charset="0"/>
            </a:endParaRPr>
          </a:p>
        </p:txBody>
      </p:sp>
      <p:grpSp>
        <p:nvGrpSpPr>
          <p:cNvPr id="3" name="Grupo 2">
            <a:extLst>
              <a:ext uri="{FF2B5EF4-FFF2-40B4-BE49-F238E27FC236}">
                <a16:creationId xmlns:a16="http://schemas.microsoft.com/office/drawing/2014/main" id="{B53E4B3A-664D-F17B-506F-762842C678F1}"/>
              </a:ext>
            </a:extLst>
          </p:cNvPr>
          <p:cNvGrpSpPr/>
          <p:nvPr/>
        </p:nvGrpSpPr>
        <p:grpSpPr>
          <a:xfrm>
            <a:off x="0" y="4549894"/>
            <a:ext cx="9144000" cy="1502628"/>
            <a:chOff x="-36007" y="5301208"/>
            <a:chExt cx="9144000" cy="1502628"/>
          </a:xfrm>
        </p:grpSpPr>
        <p:pic>
          <p:nvPicPr>
            <p:cNvPr id="4" name="Imagen 3">
              <a:extLst>
                <a:ext uri="{FF2B5EF4-FFF2-40B4-BE49-F238E27FC236}">
                  <a16:creationId xmlns:a16="http://schemas.microsoft.com/office/drawing/2014/main" id="{41B82826-B2E1-B83F-255E-49A104F1054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-36007" y="5301208"/>
              <a:ext cx="9144000" cy="1317962"/>
            </a:xfrm>
            <a:prstGeom prst="rect">
              <a:avLst/>
            </a:prstGeom>
          </p:spPr>
        </p:pic>
        <p:sp>
          <p:nvSpPr>
            <p:cNvPr id="5" name="CuadroTexto 4">
              <a:extLst>
                <a:ext uri="{FF2B5EF4-FFF2-40B4-BE49-F238E27FC236}">
                  <a16:creationId xmlns:a16="http://schemas.microsoft.com/office/drawing/2014/main" id="{37DD2021-8540-E96C-1F46-BC61C7BA7CE8}"/>
                </a:ext>
              </a:extLst>
            </p:cNvPr>
            <p:cNvSpPr txBox="1"/>
            <p:nvPr/>
          </p:nvSpPr>
          <p:spPr>
            <a:xfrm>
              <a:off x="4420356" y="6434504"/>
              <a:ext cx="30328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MX" dirty="0"/>
                <a:t>P</a:t>
              </a:r>
            </a:p>
          </p:txBody>
        </p:sp>
      </p:grpSp>
      <p:sp>
        <p:nvSpPr>
          <p:cNvPr id="2" name="Text Box 6">
            <a:extLst>
              <a:ext uri="{FF2B5EF4-FFF2-40B4-BE49-F238E27FC236}">
                <a16:creationId xmlns:a16="http://schemas.microsoft.com/office/drawing/2014/main" id="{1FDFADF5-B352-CB5A-C7E7-9C26BE88DF1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86844" y="374591"/>
            <a:ext cx="7539037" cy="86177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sz="1600">
                <a:solidFill>
                  <a:schemeClr val="tx1"/>
                </a:solidFill>
                <a:latin typeface="Times New Roman" pitchFamily="18" charset="0"/>
              </a:defRPr>
            </a:lvl1pPr>
            <a:lvl2pPr marL="742950" indent="-285750">
              <a:defRPr sz="1600">
                <a:solidFill>
                  <a:schemeClr val="tx1"/>
                </a:solidFill>
                <a:latin typeface="Times New Roman" pitchFamily="18" charset="0"/>
              </a:defRPr>
            </a:lvl2pPr>
            <a:lvl3pPr marL="1143000" indent="-228600">
              <a:defRPr sz="1600">
                <a:solidFill>
                  <a:schemeClr val="tx1"/>
                </a:solidFill>
                <a:latin typeface="Times New Roman" pitchFamily="18" charset="0"/>
              </a:defRPr>
            </a:lvl3pPr>
            <a:lvl4pPr marL="1600200" indent="-228600">
              <a:defRPr sz="1600">
                <a:solidFill>
                  <a:schemeClr val="tx1"/>
                </a:solidFill>
                <a:latin typeface="Times New Roman" pitchFamily="18" charset="0"/>
              </a:defRPr>
            </a:lvl4pPr>
            <a:lvl5pPr marL="2057400" indent="-228600">
              <a:defRPr sz="1600">
                <a:solidFill>
                  <a:schemeClr val="tx1"/>
                </a:solidFill>
                <a:latin typeface="Times New Roman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imes New Roman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imes New Roman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imes New Roman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imes New Roman" pitchFamily="18" charset="0"/>
              </a:defRPr>
            </a:lvl9pPr>
          </a:lstStyle>
          <a:p>
            <a:pPr algn="ctr">
              <a:spcBef>
                <a:spcPct val="50000"/>
              </a:spcBef>
            </a:pPr>
            <a:r>
              <a:rPr lang="es-MX" sz="3200" b="1" dirty="0">
                <a:solidFill>
                  <a:schemeClr val="accent4">
                    <a:lumMod val="50000"/>
                  </a:schemeClr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Dom Casual" charset="0"/>
                <a:ea typeface="+mj-ea"/>
                <a:cs typeface="+mj-cs"/>
              </a:rPr>
              <a:t>MPLS</a:t>
            </a:r>
          </a:p>
          <a:p>
            <a:pPr algn="ctr"/>
            <a:r>
              <a:rPr lang="es-MX" sz="1800" b="1" dirty="0">
                <a:solidFill>
                  <a:schemeClr val="accent3">
                    <a:lumMod val="75000"/>
                  </a:schemeClr>
                </a:solidFill>
                <a:latin typeface="Dom Casual" charset="0"/>
                <a:ea typeface="+mj-ea"/>
                <a:cs typeface="+mj-cs"/>
              </a:rPr>
              <a:t>(Multi Protocol Label Switching)</a:t>
            </a:r>
          </a:p>
        </p:txBody>
      </p:sp>
    </p:spTree>
    <p:extLst>
      <p:ext uri="{BB962C8B-B14F-4D97-AF65-F5344CB8AC3E}">
        <p14:creationId xmlns:p14="http://schemas.microsoft.com/office/powerpoint/2010/main" val="3022089089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4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7" dur="500"/>
                                        <p:tgtEl>
                                          <p:spTgt spid="266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629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9" name="Text Box 5"/>
          <p:cNvSpPr txBox="1">
            <a:spLocks noChangeArrowheads="1"/>
          </p:cNvSpPr>
          <p:nvPr/>
        </p:nvSpPr>
        <p:spPr bwMode="auto">
          <a:xfrm>
            <a:off x="413538" y="1393761"/>
            <a:ext cx="8316924" cy="211852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sz="1600">
                <a:solidFill>
                  <a:schemeClr val="tx1"/>
                </a:solidFill>
                <a:latin typeface="Times New Roman" pitchFamily="18" charset="0"/>
              </a:defRPr>
            </a:lvl1pPr>
            <a:lvl2pPr marL="742950" indent="-285750">
              <a:defRPr sz="1600">
                <a:solidFill>
                  <a:schemeClr val="tx1"/>
                </a:solidFill>
                <a:latin typeface="Times New Roman" pitchFamily="18" charset="0"/>
              </a:defRPr>
            </a:lvl2pPr>
            <a:lvl3pPr marL="1143000" indent="-228600">
              <a:defRPr sz="1600">
                <a:solidFill>
                  <a:schemeClr val="tx1"/>
                </a:solidFill>
                <a:latin typeface="Times New Roman" pitchFamily="18" charset="0"/>
              </a:defRPr>
            </a:lvl3pPr>
            <a:lvl4pPr marL="1600200" indent="-228600">
              <a:defRPr sz="1600">
                <a:solidFill>
                  <a:schemeClr val="tx1"/>
                </a:solidFill>
                <a:latin typeface="Times New Roman" pitchFamily="18" charset="0"/>
              </a:defRPr>
            </a:lvl4pPr>
            <a:lvl5pPr marL="2057400" indent="-228600">
              <a:defRPr sz="1600">
                <a:solidFill>
                  <a:schemeClr val="tx1"/>
                </a:solidFill>
                <a:latin typeface="Times New Roman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imes New Roman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imes New Roman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imes New Roman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imes New Roman" pitchFamily="18" charset="0"/>
              </a:defRPr>
            </a:lvl9pPr>
          </a:lstStyle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s-ES" sz="1800" dirty="0">
                <a:latin typeface="Arial" pitchFamily="34" charset="0"/>
                <a:cs typeface="Arial" pitchFamily="34" charset="0"/>
              </a:rPr>
              <a:t>Cuando los ruteadores </a:t>
            </a:r>
            <a:r>
              <a:rPr lang="es-ES" sz="1800" b="1" dirty="0">
                <a:latin typeface="Arial" pitchFamily="34" charset="0"/>
                <a:cs typeface="Arial" pitchFamily="34" charset="0"/>
              </a:rPr>
              <a:t>PE</a:t>
            </a:r>
            <a:r>
              <a:rPr lang="es-ES" sz="1800" dirty="0">
                <a:latin typeface="Arial" pitchFamily="34" charset="0"/>
                <a:cs typeface="Arial" pitchFamily="34" charset="0"/>
              </a:rPr>
              <a:t> reciben tramas de los ruteadores </a:t>
            </a:r>
            <a:r>
              <a:rPr lang="es-ES" sz="1800" b="1" dirty="0">
                <a:latin typeface="Arial" pitchFamily="34" charset="0"/>
                <a:cs typeface="Arial" pitchFamily="34" charset="0"/>
              </a:rPr>
              <a:t>CE</a:t>
            </a:r>
            <a:r>
              <a:rPr lang="es-ES" sz="1800" dirty="0">
                <a:latin typeface="Arial" pitchFamily="34" charset="0"/>
                <a:cs typeface="Arial" pitchFamily="34" charset="0"/>
              </a:rPr>
              <a:t>, agregan una </a:t>
            </a:r>
            <a:r>
              <a:rPr lang="es-ES" sz="1800" b="1" dirty="0">
                <a:solidFill>
                  <a:schemeClr val="accent6">
                    <a:lumMod val="75000"/>
                  </a:schemeClr>
                </a:solidFill>
                <a:latin typeface="Arial" pitchFamily="34" charset="0"/>
                <a:cs typeface="Arial" pitchFamily="34" charset="0"/>
              </a:rPr>
              <a:t>etiqueta</a:t>
            </a:r>
            <a:r>
              <a:rPr lang="es-ES" sz="1800" dirty="0">
                <a:latin typeface="Arial" pitchFamily="34" charset="0"/>
                <a:cs typeface="Arial" pitchFamily="34" charset="0"/>
              </a:rPr>
              <a:t> a la trama. </a:t>
            </a:r>
            <a:endParaRPr lang="es-ES" sz="1800" dirty="0">
              <a:solidFill>
                <a:schemeClr val="accent6">
                  <a:lumMod val="75000"/>
                </a:schemeClr>
              </a:solidFill>
              <a:latin typeface="Arial" pitchFamily="34" charset="0"/>
              <a:cs typeface="Arial" pitchFamily="34" charset="0"/>
            </a:endParaRP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s-ES" sz="1800" dirty="0">
                <a:latin typeface="Arial" pitchFamily="34" charset="0"/>
                <a:cs typeface="Arial" pitchFamily="34" charset="0"/>
              </a:rPr>
              <a:t>Estas etiquetas se utilizan para </a:t>
            </a:r>
            <a:r>
              <a:rPr lang="es-ES" sz="1800" b="1" dirty="0">
                <a:solidFill>
                  <a:schemeClr val="accent6">
                    <a:lumMod val="75000"/>
                  </a:schemeClr>
                </a:solidFill>
                <a:latin typeface="Arial" pitchFamily="34" charset="0"/>
                <a:cs typeface="Arial" pitchFamily="34" charset="0"/>
              </a:rPr>
              <a:t>tomar decisiones de reenvío </a:t>
            </a:r>
            <a:r>
              <a:rPr lang="es-ES" sz="1800" dirty="0">
                <a:latin typeface="Arial" pitchFamily="34" charset="0"/>
                <a:cs typeface="Arial" pitchFamily="34" charset="0"/>
              </a:rPr>
              <a:t>dentro de la red del proveedor de servicios, </a:t>
            </a:r>
            <a:r>
              <a:rPr lang="es-ES" sz="1800" b="1" u="sng" dirty="0">
                <a:latin typeface="Arial" pitchFamily="34" charset="0"/>
                <a:cs typeface="Arial" pitchFamily="34" charset="0"/>
              </a:rPr>
              <a:t>no la IP de destino.</a:t>
            </a:r>
            <a:endParaRPr lang="fr-FR" sz="1800" b="1" dirty="0">
              <a:solidFill>
                <a:schemeClr val="accent6">
                  <a:lumMod val="75000"/>
                </a:schemeClr>
              </a:solidFill>
              <a:latin typeface="Arial" pitchFamily="34" charset="0"/>
              <a:cs typeface="Arial" pitchFamily="34" charset="0"/>
            </a:endParaRP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s-ES" sz="1800" dirty="0">
                <a:latin typeface="Arial" pitchFamily="34" charset="0"/>
                <a:cs typeface="Arial" pitchFamily="34" charset="0"/>
              </a:rPr>
              <a:t>Los </a:t>
            </a:r>
            <a:r>
              <a:rPr lang="es-ES" sz="1800" b="1" dirty="0">
                <a:solidFill>
                  <a:schemeClr val="accent6">
                    <a:lumMod val="75000"/>
                  </a:schemeClr>
                </a:solidFill>
                <a:latin typeface="Arial" pitchFamily="34" charset="0"/>
                <a:cs typeface="Arial" pitchFamily="34" charset="0"/>
              </a:rPr>
              <a:t>ruteadores CE no usan MPLS</a:t>
            </a:r>
            <a:r>
              <a:rPr lang="es-ES" sz="1800" dirty="0">
                <a:latin typeface="Arial" pitchFamily="34" charset="0"/>
                <a:cs typeface="Arial" pitchFamily="34" charset="0"/>
              </a:rPr>
              <a:t>, solo lo usan los ruteadores </a:t>
            </a:r>
            <a:r>
              <a:rPr lang="es-ES" sz="1800" b="1" dirty="0">
                <a:latin typeface="Arial" pitchFamily="34" charset="0"/>
                <a:cs typeface="Arial" pitchFamily="34" charset="0"/>
              </a:rPr>
              <a:t>PE</a:t>
            </a:r>
            <a:r>
              <a:rPr lang="es-ES" sz="1800" dirty="0">
                <a:latin typeface="Arial" pitchFamily="34" charset="0"/>
                <a:cs typeface="Arial" pitchFamily="34" charset="0"/>
              </a:rPr>
              <a:t> y </a:t>
            </a:r>
            <a:r>
              <a:rPr lang="es-ES" sz="1800" b="1" dirty="0">
                <a:latin typeface="Arial" pitchFamily="34" charset="0"/>
                <a:cs typeface="Arial" pitchFamily="34" charset="0"/>
              </a:rPr>
              <a:t>P</a:t>
            </a:r>
            <a:r>
              <a:rPr lang="es-ES" sz="1800" dirty="0">
                <a:latin typeface="Arial" pitchFamily="34" charset="0"/>
                <a:cs typeface="Arial" pitchFamily="34" charset="0"/>
              </a:rPr>
              <a:t>. </a:t>
            </a:r>
            <a:endParaRPr lang="es-ES" sz="1800" dirty="0">
              <a:solidFill>
                <a:schemeClr val="accent6">
                  <a:lumMod val="75000"/>
                </a:schemeClr>
              </a:solidFill>
              <a:latin typeface="Arial" pitchFamily="34" charset="0"/>
              <a:cs typeface="Arial" pitchFamily="34" charset="0"/>
            </a:endParaRPr>
          </a:p>
        </p:txBody>
      </p:sp>
      <p:sp>
        <p:nvSpPr>
          <p:cNvPr id="2" name="Text Box 6">
            <a:extLst>
              <a:ext uri="{FF2B5EF4-FFF2-40B4-BE49-F238E27FC236}">
                <a16:creationId xmlns:a16="http://schemas.microsoft.com/office/drawing/2014/main" id="{E65FAC4C-819F-E2E6-0929-0D1526D7ED9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66475" y="96145"/>
            <a:ext cx="7539037" cy="86177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sz="1600">
                <a:solidFill>
                  <a:schemeClr val="tx1"/>
                </a:solidFill>
                <a:latin typeface="Times New Roman" pitchFamily="18" charset="0"/>
              </a:defRPr>
            </a:lvl1pPr>
            <a:lvl2pPr marL="742950" indent="-285750">
              <a:defRPr sz="1600">
                <a:solidFill>
                  <a:schemeClr val="tx1"/>
                </a:solidFill>
                <a:latin typeface="Times New Roman" pitchFamily="18" charset="0"/>
              </a:defRPr>
            </a:lvl2pPr>
            <a:lvl3pPr marL="1143000" indent="-228600">
              <a:defRPr sz="1600">
                <a:solidFill>
                  <a:schemeClr val="tx1"/>
                </a:solidFill>
                <a:latin typeface="Times New Roman" pitchFamily="18" charset="0"/>
              </a:defRPr>
            </a:lvl3pPr>
            <a:lvl4pPr marL="1600200" indent="-228600">
              <a:defRPr sz="1600">
                <a:solidFill>
                  <a:schemeClr val="tx1"/>
                </a:solidFill>
                <a:latin typeface="Times New Roman" pitchFamily="18" charset="0"/>
              </a:defRPr>
            </a:lvl4pPr>
            <a:lvl5pPr marL="2057400" indent="-228600">
              <a:defRPr sz="1600">
                <a:solidFill>
                  <a:schemeClr val="tx1"/>
                </a:solidFill>
                <a:latin typeface="Times New Roman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imes New Roman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imes New Roman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imes New Roman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imes New Roman" pitchFamily="18" charset="0"/>
              </a:defRPr>
            </a:lvl9pPr>
          </a:lstStyle>
          <a:p>
            <a:pPr algn="ctr">
              <a:spcBef>
                <a:spcPct val="50000"/>
              </a:spcBef>
            </a:pPr>
            <a:r>
              <a:rPr lang="es-MX" sz="3200" b="1" dirty="0">
                <a:solidFill>
                  <a:schemeClr val="accent4">
                    <a:lumMod val="50000"/>
                  </a:schemeClr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Dom Casual" charset="0"/>
                <a:ea typeface="+mj-ea"/>
                <a:cs typeface="+mj-cs"/>
              </a:rPr>
              <a:t>MPLS</a:t>
            </a:r>
          </a:p>
          <a:p>
            <a:pPr algn="ctr"/>
            <a:r>
              <a:rPr lang="es-MX" sz="1800" b="1" dirty="0">
                <a:solidFill>
                  <a:schemeClr val="accent3">
                    <a:lumMod val="75000"/>
                  </a:schemeClr>
                </a:solidFill>
                <a:latin typeface="Dom Casual" charset="0"/>
                <a:ea typeface="+mj-ea"/>
                <a:cs typeface="+mj-cs"/>
              </a:rPr>
              <a:t>(Multi Protocol Label Switching)</a:t>
            </a:r>
          </a:p>
        </p:txBody>
      </p:sp>
      <p:grpSp>
        <p:nvGrpSpPr>
          <p:cNvPr id="6" name="Grupo 5">
            <a:extLst>
              <a:ext uri="{FF2B5EF4-FFF2-40B4-BE49-F238E27FC236}">
                <a16:creationId xmlns:a16="http://schemas.microsoft.com/office/drawing/2014/main" id="{3487727C-A8DA-0B68-4CEE-DF528048346B}"/>
              </a:ext>
            </a:extLst>
          </p:cNvPr>
          <p:cNvGrpSpPr/>
          <p:nvPr/>
        </p:nvGrpSpPr>
        <p:grpSpPr>
          <a:xfrm>
            <a:off x="0" y="4293096"/>
            <a:ext cx="9144000" cy="1502628"/>
            <a:chOff x="-36007" y="5301208"/>
            <a:chExt cx="9144000" cy="1502628"/>
          </a:xfrm>
        </p:grpSpPr>
        <p:pic>
          <p:nvPicPr>
            <p:cNvPr id="7" name="Imagen 6">
              <a:extLst>
                <a:ext uri="{FF2B5EF4-FFF2-40B4-BE49-F238E27FC236}">
                  <a16:creationId xmlns:a16="http://schemas.microsoft.com/office/drawing/2014/main" id="{2E143974-7427-511B-586C-6A6528B316C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-36007" y="5301208"/>
              <a:ext cx="9144000" cy="1317962"/>
            </a:xfrm>
            <a:prstGeom prst="rect">
              <a:avLst/>
            </a:prstGeom>
          </p:spPr>
        </p:pic>
        <p:sp>
          <p:nvSpPr>
            <p:cNvPr id="8" name="CuadroTexto 7">
              <a:extLst>
                <a:ext uri="{FF2B5EF4-FFF2-40B4-BE49-F238E27FC236}">
                  <a16:creationId xmlns:a16="http://schemas.microsoft.com/office/drawing/2014/main" id="{0836B486-D559-6A70-1C22-B4E592008374}"/>
                </a:ext>
              </a:extLst>
            </p:cNvPr>
            <p:cNvSpPr txBox="1"/>
            <p:nvPr/>
          </p:nvSpPr>
          <p:spPr>
            <a:xfrm>
              <a:off x="4420356" y="6434504"/>
              <a:ext cx="30328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MX" dirty="0"/>
                <a:t>P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853409710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4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7" dur="500"/>
                                        <p:tgtEl>
                                          <p:spTgt spid="266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629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9" name="Text Box 5"/>
          <p:cNvSpPr txBox="1">
            <a:spLocks noChangeArrowheads="1"/>
          </p:cNvSpPr>
          <p:nvPr/>
        </p:nvSpPr>
        <p:spPr bwMode="auto">
          <a:xfrm>
            <a:off x="215516" y="1196752"/>
            <a:ext cx="8712968" cy="12875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sz="1600">
                <a:solidFill>
                  <a:schemeClr val="tx1"/>
                </a:solidFill>
                <a:latin typeface="Times New Roman" pitchFamily="18" charset="0"/>
              </a:defRPr>
            </a:lvl1pPr>
            <a:lvl2pPr marL="742950" indent="-285750">
              <a:defRPr sz="1600">
                <a:solidFill>
                  <a:schemeClr val="tx1"/>
                </a:solidFill>
                <a:latin typeface="Times New Roman" pitchFamily="18" charset="0"/>
              </a:defRPr>
            </a:lvl2pPr>
            <a:lvl3pPr marL="1143000" indent="-228600">
              <a:defRPr sz="1600">
                <a:solidFill>
                  <a:schemeClr val="tx1"/>
                </a:solidFill>
                <a:latin typeface="Times New Roman" pitchFamily="18" charset="0"/>
              </a:defRPr>
            </a:lvl3pPr>
            <a:lvl4pPr marL="1600200" indent="-228600">
              <a:defRPr sz="1600">
                <a:solidFill>
                  <a:schemeClr val="tx1"/>
                </a:solidFill>
                <a:latin typeface="Times New Roman" pitchFamily="18" charset="0"/>
              </a:defRPr>
            </a:lvl4pPr>
            <a:lvl5pPr marL="2057400" indent="-228600">
              <a:defRPr sz="1600">
                <a:solidFill>
                  <a:schemeClr val="tx1"/>
                </a:solidFill>
                <a:latin typeface="Times New Roman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imes New Roman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imes New Roman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imes New Roman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imes New Roman" pitchFamily="18" charset="0"/>
              </a:defRPr>
            </a:lvl9pPr>
          </a:lstStyle>
          <a:p>
            <a:pPr algn="just">
              <a:lnSpc>
                <a:spcPct val="150000"/>
              </a:lnSpc>
            </a:pPr>
            <a:r>
              <a:rPr lang="es-ES" sz="1800" dirty="0">
                <a:latin typeface="Arial" pitchFamily="34" charset="0"/>
                <a:cs typeface="Arial" pitchFamily="34" charset="0"/>
              </a:rPr>
              <a:t>MPLS es una tecnología que </a:t>
            </a:r>
            <a:r>
              <a:rPr lang="es-ES" sz="1800" b="1" dirty="0">
                <a:solidFill>
                  <a:schemeClr val="accent6">
                    <a:lumMod val="75000"/>
                  </a:schemeClr>
                </a:solidFill>
                <a:latin typeface="Arial" pitchFamily="34" charset="0"/>
                <a:cs typeface="Arial" pitchFamily="34" charset="0"/>
              </a:rPr>
              <a:t>se ejecuta en la red del proveedor de servicios</a:t>
            </a:r>
            <a:r>
              <a:rPr lang="es-ES" sz="1800" dirty="0">
                <a:latin typeface="Arial" pitchFamily="34" charset="0"/>
                <a:cs typeface="Arial" pitchFamily="34" charset="0"/>
              </a:rPr>
              <a:t>, pero se pueden usar muchos diferentes </a:t>
            </a:r>
            <a:r>
              <a:rPr lang="es-ES" sz="1800" b="1" dirty="0">
                <a:latin typeface="Arial" pitchFamily="34" charset="0"/>
                <a:cs typeface="Arial" pitchFamily="34" charset="0"/>
              </a:rPr>
              <a:t>tipos de conexiones </a:t>
            </a:r>
            <a:r>
              <a:rPr lang="es-ES" sz="1800" dirty="0">
                <a:latin typeface="Arial" pitchFamily="34" charset="0"/>
                <a:cs typeface="Arial" pitchFamily="34" charset="0"/>
              </a:rPr>
              <a:t>para conectarse a la red MPLS del proveedor de servicios para el servicio WAN.</a:t>
            </a:r>
            <a:endParaRPr lang="es-MX" sz="1800" b="1" u="sng" dirty="0">
              <a:solidFill>
                <a:schemeClr val="accent6">
                  <a:lumMod val="75000"/>
                </a:schemeClr>
              </a:solidFill>
              <a:latin typeface="Arial" pitchFamily="34" charset="0"/>
              <a:cs typeface="Arial" pitchFamily="34" charset="0"/>
            </a:endParaRPr>
          </a:p>
        </p:txBody>
      </p:sp>
      <p:sp>
        <p:nvSpPr>
          <p:cNvPr id="2" name="Text Box 6">
            <a:extLst>
              <a:ext uri="{FF2B5EF4-FFF2-40B4-BE49-F238E27FC236}">
                <a16:creationId xmlns:a16="http://schemas.microsoft.com/office/drawing/2014/main" id="{E65FAC4C-819F-E2E6-0929-0D1526D7ED9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66475" y="96145"/>
            <a:ext cx="7539037" cy="86177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sz="1600">
                <a:solidFill>
                  <a:schemeClr val="tx1"/>
                </a:solidFill>
                <a:latin typeface="Times New Roman" pitchFamily="18" charset="0"/>
              </a:defRPr>
            </a:lvl1pPr>
            <a:lvl2pPr marL="742950" indent="-285750">
              <a:defRPr sz="1600">
                <a:solidFill>
                  <a:schemeClr val="tx1"/>
                </a:solidFill>
                <a:latin typeface="Times New Roman" pitchFamily="18" charset="0"/>
              </a:defRPr>
            </a:lvl2pPr>
            <a:lvl3pPr marL="1143000" indent="-228600">
              <a:defRPr sz="1600">
                <a:solidFill>
                  <a:schemeClr val="tx1"/>
                </a:solidFill>
                <a:latin typeface="Times New Roman" pitchFamily="18" charset="0"/>
              </a:defRPr>
            </a:lvl3pPr>
            <a:lvl4pPr marL="1600200" indent="-228600">
              <a:defRPr sz="1600">
                <a:solidFill>
                  <a:schemeClr val="tx1"/>
                </a:solidFill>
                <a:latin typeface="Times New Roman" pitchFamily="18" charset="0"/>
              </a:defRPr>
            </a:lvl4pPr>
            <a:lvl5pPr marL="2057400" indent="-228600">
              <a:defRPr sz="1600">
                <a:solidFill>
                  <a:schemeClr val="tx1"/>
                </a:solidFill>
                <a:latin typeface="Times New Roman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imes New Roman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imes New Roman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imes New Roman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imes New Roman" pitchFamily="18" charset="0"/>
              </a:defRPr>
            </a:lvl9pPr>
          </a:lstStyle>
          <a:p>
            <a:pPr algn="ctr">
              <a:spcBef>
                <a:spcPct val="50000"/>
              </a:spcBef>
            </a:pPr>
            <a:r>
              <a:rPr lang="es-MX" sz="3200" b="1" dirty="0">
                <a:solidFill>
                  <a:schemeClr val="accent4">
                    <a:lumMod val="50000"/>
                  </a:schemeClr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Dom Casual" charset="0"/>
                <a:ea typeface="+mj-ea"/>
                <a:cs typeface="+mj-cs"/>
              </a:rPr>
              <a:t>MPLS</a:t>
            </a:r>
          </a:p>
          <a:p>
            <a:pPr algn="ctr"/>
            <a:r>
              <a:rPr lang="es-MX" sz="1800" b="1" dirty="0">
                <a:solidFill>
                  <a:schemeClr val="accent3">
                    <a:lumMod val="75000"/>
                  </a:schemeClr>
                </a:solidFill>
                <a:latin typeface="Dom Casual" charset="0"/>
                <a:ea typeface="+mj-ea"/>
                <a:cs typeface="+mj-cs"/>
              </a:rPr>
              <a:t>(Multi Protocol Label Switching)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9DC7FD3E-2240-5905-3CA7-B23E9E6DFA9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2" y="2924944"/>
            <a:ext cx="9144000" cy="36117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2533250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4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7" dur="500"/>
                                        <p:tgtEl>
                                          <p:spTgt spid="266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629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9" name="Text Box 5"/>
          <p:cNvSpPr txBox="1">
            <a:spLocks noChangeArrowheads="1"/>
          </p:cNvSpPr>
          <p:nvPr/>
        </p:nvSpPr>
        <p:spPr bwMode="auto">
          <a:xfrm>
            <a:off x="458541" y="1258925"/>
            <a:ext cx="8154903" cy="211852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sz="1600">
                <a:solidFill>
                  <a:schemeClr val="tx1"/>
                </a:solidFill>
                <a:latin typeface="Times New Roman" pitchFamily="18" charset="0"/>
              </a:defRPr>
            </a:lvl1pPr>
            <a:lvl2pPr marL="742950" indent="-285750">
              <a:defRPr sz="1600">
                <a:solidFill>
                  <a:schemeClr val="tx1"/>
                </a:solidFill>
                <a:latin typeface="Times New Roman" pitchFamily="18" charset="0"/>
              </a:defRPr>
            </a:lvl2pPr>
            <a:lvl3pPr marL="1143000" indent="-228600">
              <a:defRPr sz="1600">
                <a:solidFill>
                  <a:schemeClr val="tx1"/>
                </a:solidFill>
                <a:latin typeface="Times New Roman" pitchFamily="18" charset="0"/>
              </a:defRPr>
            </a:lvl3pPr>
            <a:lvl4pPr marL="1600200" indent="-228600">
              <a:defRPr sz="1600">
                <a:solidFill>
                  <a:schemeClr val="tx1"/>
                </a:solidFill>
                <a:latin typeface="Times New Roman" pitchFamily="18" charset="0"/>
              </a:defRPr>
            </a:lvl4pPr>
            <a:lvl5pPr marL="2057400" indent="-228600">
              <a:defRPr sz="1600">
                <a:solidFill>
                  <a:schemeClr val="tx1"/>
                </a:solidFill>
                <a:latin typeface="Times New Roman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imes New Roman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imes New Roman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imes New Roman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imes New Roman" pitchFamily="18" charset="0"/>
              </a:defRPr>
            </a:lvl9pPr>
          </a:lstStyle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s-ES" sz="1800" dirty="0">
                <a:solidFill>
                  <a:schemeClr val="tx1">
                    <a:lumMod val="95000"/>
                    <a:lumOff val="5000"/>
                  </a:schemeClr>
                </a:solidFill>
                <a:latin typeface="Arial" pitchFamily="34" charset="0"/>
                <a:cs typeface="Arial" pitchFamily="34" charset="0"/>
              </a:rPr>
              <a:t>En este caso, la </a:t>
            </a:r>
            <a:r>
              <a:rPr lang="es-ES" sz="1800" b="1" dirty="0">
                <a:solidFill>
                  <a:schemeClr val="accent5">
                    <a:lumMod val="75000"/>
                  </a:schemeClr>
                </a:solidFill>
                <a:latin typeface="Arial" pitchFamily="34" charset="0"/>
                <a:cs typeface="Arial" pitchFamily="34" charset="0"/>
              </a:rPr>
              <a:t>oficina A</a:t>
            </a:r>
            <a:r>
              <a:rPr lang="es-ES" sz="1800" dirty="0">
                <a:solidFill>
                  <a:schemeClr val="tx1">
                    <a:lumMod val="95000"/>
                    <a:lumOff val="5000"/>
                  </a:schemeClr>
                </a:solidFill>
                <a:latin typeface="Arial" pitchFamily="34" charset="0"/>
                <a:cs typeface="Arial" pitchFamily="34" charset="0"/>
              </a:rPr>
              <a:t> y la </a:t>
            </a:r>
            <a:r>
              <a:rPr lang="es-ES" sz="1800" b="1" dirty="0">
                <a:solidFill>
                  <a:schemeClr val="accent5">
                    <a:lumMod val="75000"/>
                  </a:schemeClr>
                </a:solidFill>
                <a:latin typeface="Arial" pitchFamily="34" charset="0"/>
                <a:cs typeface="Arial" pitchFamily="34" charset="0"/>
              </a:rPr>
              <a:t>oficina B</a:t>
            </a:r>
            <a:r>
              <a:rPr lang="es-ES" sz="1800" dirty="0">
                <a:solidFill>
                  <a:schemeClr val="tx1">
                    <a:lumMod val="95000"/>
                    <a:lumOff val="5000"/>
                  </a:schemeClr>
                </a:solidFill>
                <a:latin typeface="Arial" pitchFamily="34" charset="0"/>
                <a:cs typeface="Arial" pitchFamily="34" charset="0"/>
              </a:rPr>
              <a:t> se conectan a través de </a:t>
            </a:r>
            <a:r>
              <a:rPr lang="es-ES" sz="1800" b="1" dirty="0">
                <a:solidFill>
                  <a:schemeClr val="accent6">
                    <a:lumMod val="75000"/>
                  </a:schemeClr>
                </a:solidFill>
                <a:latin typeface="Arial" pitchFamily="34" charset="0"/>
                <a:cs typeface="Arial" pitchFamily="34" charset="0"/>
              </a:rPr>
              <a:t>Ethernet de fibra óptica</a:t>
            </a:r>
            <a:r>
              <a:rPr lang="es-ES" sz="1800" dirty="0">
                <a:solidFill>
                  <a:schemeClr val="tx1">
                    <a:lumMod val="95000"/>
                    <a:lumOff val="5000"/>
                  </a:schemeClr>
                </a:solidFill>
                <a:latin typeface="Arial" pitchFamily="34" charset="0"/>
                <a:cs typeface="Arial" pitchFamily="34" charset="0"/>
              </a:rPr>
              <a:t>. </a:t>
            </a: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s-ES" sz="1800" dirty="0">
                <a:solidFill>
                  <a:schemeClr val="tx1">
                    <a:lumMod val="95000"/>
                    <a:lumOff val="5000"/>
                  </a:schemeClr>
                </a:solidFill>
                <a:latin typeface="Arial" pitchFamily="34" charset="0"/>
                <a:cs typeface="Arial" pitchFamily="34" charset="0"/>
              </a:rPr>
              <a:t>La </a:t>
            </a:r>
            <a:r>
              <a:rPr lang="es-ES" sz="1800" b="1" dirty="0">
                <a:solidFill>
                  <a:schemeClr val="accent5">
                    <a:lumMod val="75000"/>
                  </a:schemeClr>
                </a:solidFill>
                <a:latin typeface="Arial" pitchFamily="34" charset="0"/>
                <a:cs typeface="Arial" pitchFamily="34" charset="0"/>
              </a:rPr>
              <a:t>oficina C</a:t>
            </a:r>
            <a:r>
              <a:rPr lang="es-ES" sz="1800" dirty="0">
                <a:solidFill>
                  <a:schemeClr val="tx1">
                    <a:lumMod val="95000"/>
                    <a:lumOff val="5000"/>
                  </a:schemeClr>
                </a:solidFill>
                <a:latin typeface="Arial" pitchFamily="34" charset="0"/>
                <a:cs typeface="Arial" pitchFamily="34" charset="0"/>
              </a:rPr>
              <a:t> se esté conectando al proveedor de servicios a través de </a:t>
            </a:r>
            <a:r>
              <a:rPr lang="es-ES" sz="1800" b="1" dirty="0">
                <a:solidFill>
                  <a:schemeClr val="accent6">
                    <a:lumMod val="75000"/>
                  </a:schemeClr>
                </a:solidFill>
                <a:latin typeface="Arial" pitchFamily="34" charset="0"/>
                <a:cs typeface="Arial" pitchFamily="34" charset="0"/>
              </a:rPr>
              <a:t>4G</a:t>
            </a:r>
            <a:r>
              <a:rPr lang="es-ES" sz="1800" dirty="0">
                <a:solidFill>
                  <a:schemeClr val="tx1">
                    <a:lumMod val="95000"/>
                    <a:lumOff val="5000"/>
                  </a:schemeClr>
                </a:solidFill>
                <a:latin typeface="Arial" pitchFamily="34" charset="0"/>
                <a:cs typeface="Arial" pitchFamily="34" charset="0"/>
              </a:rPr>
              <a:t> o </a:t>
            </a:r>
            <a:r>
              <a:rPr lang="es-ES" sz="1800" b="1" dirty="0">
                <a:solidFill>
                  <a:schemeClr val="accent6">
                    <a:lumMod val="75000"/>
                  </a:schemeClr>
                </a:solidFill>
                <a:latin typeface="Arial" pitchFamily="34" charset="0"/>
                <a:cs typeface="Arial" pitchFamily="34" charset="0"/>
              </a:rPr>
              <a:t>5G inalámbrico</a:t>
            </a:r>
            <a:r>
              <a:rPr lang="es-ES" sz="1800" dirty="0">
                <a:solidFill>
                  <a:schemeClr val="tx1">
                    <a:lumMod val="95000"/>
                    <a:lumOff val="5000"/>
                  </a:schemeClr>
                </a:solidFill>
                <a:latin typeface="Arial" pitchFamily="34" charset="0"/>
                <a:cs typeface="Arial" pitchFamily="34" charset="0"/>
              </a:rPr>
              <a:t>.</a:t>
            </a: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s-MX" sz="1800" dirty="0">
              <a:solidFill>
                <a:schemeClr val="accent6">
                  <a:lumMod val="75000"/>
                </a:schemeClr>
              </a:solidFill>
              <a:latin typeface="Arial" pitchFamily="34" charset="0"/>
              <a:cs typeface="Arial" pitchFamily="34" charset="0"/>
            </a:endParaRPr>
          </a:p>
        </p:txBody>
      </p:sp>
      <p:sp>
        <p:nvSpPr>
          <p:cNvPr id="2" name="Text Box 6">
            <a:extLst>
              <a:ext uri="{FF2B5EF4-FFF2-40B4-BE49-F238E27FC236}">
                <a16:creationId xmlns:a16="http://schemas.microsoft.com/office/drawing/2014/main" id="{3C609B94-DFFF-12BE-5214-40EE5CD4FB9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66475" y="96145"/>
            <a:ext cx="7539037" cy="86177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sz="1600">
                <a:solidFill>
                  <a:schemeClr val="tx1"/>
                </a:solidFill>
                <a:latin typeface="Times New Roman" pitchFamily="18" charset="0"/>
              </a:defRPr>
            </a:lvl1pPr>
            <a:lvl2pPr marL="742950" indent="-285750">
              <a:defRPr sz="1600">
                <a:solidFill>
                  <a:schemeClr val="tx1"/>
                </a:solidFill>
                <a:latin typeface="Times New Roman" pitchFamily="18" charset="0"/>
              </a:defRPr>
            </a:lvl2pPr>
            <a:lvl3pPr marL="1143000" indent="-228600">
              <a:defRPr sz="1600">
                <a:solidFill>
                  <a:schemeClr val="tx1"/>
                </a:solidFill>
                <a:latin typeface="Times New Roman" pitchFamily="18" charset="0"/>
              </a:defRPr>
            </a:lvl3pPr>
            <a:lvl4pPr marL="1600200" indent="-228600">
              <a:defRPr sz="1600">
                <a:solidFill>
                  <a:schemeClr val="tx1"/>
                </a:solidFill>
                <a:latin typeface="Times New Roman" pitchFamily="18" charset="0"/>
              </a:defRPr>
            </a:lvl4pPr>
            <a:lvl5pPr marL="2057400" indent="-228600">
              <a:defRPr sz="1600">
                <a:solidFill>
                  <a:schemeClr val="tx1"/>
                </a:solidFill>
                <a:latin typeface="Times New Roman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imes New Roman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imes New Roman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imes New Roman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imes New Roman" pitchFamily="18" charset="0"/>
              </a:defRPr>
            </a:lvl9pPr>
          </a:lstStyle>
          <a:p>
            <a:pPr algn="ctr">
              <a:spcBef>
                <a:spcPct val="50000"/>
              </a:spcBef>
            </a:pPr>
            <a:r>
              <a:rPr lang="es-MX" sz="3200" b="1" dirty="0">
                <a:solidFill>
                  <a:schemeClr val="accent4">
                    <a:lumMod val="50000"/>
                  </a:schemeClr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Dom Casual" charset="0"/>
                <a:ea typeface="+mj-ea"/>
                <a:cs typeface="+mj-cs"/>
              </a:rPr>
              <a:t>MPLS</a:t>
            </a:r>
          </a:p>
          <a:p>
            <a:pPr algn="ctr"/>
            <a:r>
              <a:rPr lang="es-MX" sz="1800" b="1" dirty="0">
                <a:solidFill>
                  <a:schemeClr val="accent3">
                    <a:lumMod val="75000"/>
                  </a:schemeClr>
                </a:solidFill>
                <a:latin typeface="Dom Casual" charset="0"/>
                <a:ea typeface="+mj-ea"/>
                <a:cs typeface="+mj-cs"/>
              </a:rPr>
              <a:t>(Multi Protocol Label Switching)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E3E67480-D604-2250-27C0-56C6B052122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28" y="3246247"/>
            <a:ext cx="9144000" cy="36117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3341597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4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7" dur="500"/>
                                        <p:tgtEl>
                                          <p:spTgt spid="266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629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9" name="Text Box 5"/>
          <p:cNvSpPr txBox="1">
            <a:spLocks noChangeArrowheads="1"/>
          </p:cNvSpPr>
          <p:nvPr/>
        </p:nvSpPr>
        <p:spPr bwMode="auto">
          <a:xfrm>
            <a:off x="251520" y="1340768"/>
            <a:ext cx="8424939" cy="170303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sz="1600">
                <a:solidFill>
                  <a:schemeClr val="tx1"/>
                </a:solidFill>
                <a:latin typeface="Times New Roman" pitchFamily="18" charset="0"/>
              </a:defRPr>
            </a:lvl1pPr>
            <a:lvl2pPr marL="742950" indent="-285750">
              <a:defRPr sz="1600">
                <a:solidFill>
                  <a:schemeClr val="tx1"/>
                </a:solidFill>
                <a:latin typeface="Times New Roman" pitchFamily="18" charset="0"/>
              </a:defRPr>
            </a:lvl2pPr>
            <a:lvl3pPr marL="1143000" indent="-228600">
              <a:defRPr sz="1600">
                <a:solidFill>
                  <a:schemeClr val="tx1"/>
                </a:solidFill>
                <a:latin typeface="Times New Roman" pitchFamily="18" charset="0"/>
              </a:defRPr>
            </a:lvl3pPr>
            <a:lvl4pPr marL="1600200" indent="-228600">
              <a:defRPr sz="1600">
                <a:solidFill>
                  <a:schemeClr val="tx1"/>
                </a:solidFill>
                <a:latin typeface="Times New Roman" pitchFamily="18" charset="0"/>
              </a:defRPr>
            </a:lvl4pPr>
            <a:lvl5pPr marL="2057400" indent="-228600">
              <a:defRPr sz="1600">
                <a:solidFill>
                  <a:schemeClr val="tx1"/>
                </a:solidFill>
                <a:latin typeface="Times New Roman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imes New Roman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imes New Roman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imes New Roman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imes New Roman" pitchFamily="18" charset="0"/>
              </a:defRPr>
            </a:lvl9pPr>
          </a:lstStyle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s-ES" sz="1800" dirty="0">
                <a:solidFill>
                  <a:schemeClr val="tx1">
                    <a:lumMod val="95000"/>
                    <a:lumOff val="5000"/>
                  </a:schemeClr>
                </a:solidFill>
                <a:latin typeface="Arial" pitchFamily="34" charset="0"/>
                <a:cs typeface="Arial" pitchFamily="34" charset="0"/>
              </a:rPr>
              <a:t>La </a:t>
            </a:r>
            <a:r>
              <a:rPr lang="es-ES" sz="1800" b="1" dirty="0">
                <a:solidFill>
                  <a:schemeClr val="accent5">
                    <a:lumMod val="75000"/>
                  </a:schemeClr>
                </a:solidFill>
                <a:latin typeface="Arial" pitchFamily="34" charset="0"/>
                <a:cs typeface="Arial" pitchFamily="34" charset="0"/>
              </a:rPr>
              <a:t>oficina D</a:t>
            </a:r>
            <a:r>
              <a:rPr lang="es-ES" sz="1800" b="1" dirty="0">
                <a:solidFill>
                  <a:schemeClr val="tx1">
                    <a:lumMod val="95000"/>
                    <a:lumOff val="5000"/>
                  </a:schemeClr>
                </a:solidFill>
                <a:latin typeface="Arial" pitchFamily="34" charset="0"/>
                <a:cs typeface="Arial" pitchFamily="34" charset="0"/>
              </a:rPr>
              <a:t> </a:t>
            </a:r>
            <a:r>
              <a:rPr lang="es-ES" sz="1800" dirty="0">
                <a:solidFill>
                  <a:schemeClr val="tx1">
                    <a:lumMod val="95000"/>
                    <a:lumOff val="5000"/>
                  </a:schemeClr>
                </a:solidFill>
                <a:latin typeface="Arial" pitchFamily="34" charset="0"/>
                <a:cs typeface="Arial" pitchFamily="34" charset="0"/>
              </a:rPr>
              <a:t>se conecta a través de </a:t>
            </a:r>
            <a:r>
              <a:rPr lang="es-ES" sz="1800" b="1" dirty="0">
                <a:solidFill>
                  <a:schemeClr val="accent6">
                    <a:lumMod val="75000"/>
                  </a:schemeClr>
                </a:solidFill>
                <a:latin typeface="Arial" pitchFamily="34" charset="0"/>
                <a:cs typeface="Arial" pitchFamily="34" charset="0"/>
              </a:rPr>
              <a:t>CATV</a:t>
            </a:r>
            <a:r>
              <a:rPr lang="es-ES" sz="1800" dirty="0">
                <a:solidFill>
                  <a:schemeClr val="tx1">
                    <a:lumMod val="95000"/>
                    <a:lumOff val="5000"/>
                  </a:schemeClr>
                </a:solidFill>
                <a:latin typeface="Arial" pitchFamily="34" charset="0"/>
                <a:cs typeface="Arial" pitchFamily="34" charset="0"/>
              </a:rPr>
              <a:t>, una </a:t>
            </a:r>
            <a:r>
              <a:rPr lang="es-ES" sz="1800" b="1" dirty="0">
                <a:solidFill>
                  <a:schemeClr val="accent6">
                    <a:lumMod val="75000"/>
                  </a:schemeClr>
                </a:solidFill>
                <a:latin typeface="Arial" pitchFamily="34" charset="0"/>
                <a:cs typeface="Arial" pitchFamily="34" charset="0"/>
              </a:rPr>
              <a:t>conexión de televisión por cable </a:t>
            </a:r>
            <a:r>
              <a:rPr lang="es-ES" sz="1800" dirty="0">
                <a:solidFill>
                  <a:schemeClr val="tx1">
                    <a:lumMod val="95000"/>
                    <a:lumOff val="5000"/>
                  </a:schemeClr>
                </a:solidFill>
                <a:latin typeface="Arial" pitchFamily="34" charset="0"/>
                <a:cs typeface="Arial" pitchFamily="34" charset="0"/>
              </a:rPr>
              <a:t>que se usa para el acceso a Internet en el hogar. </a:t>
            </a: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s-ES" sz="1800" dirty="0">
                <a:solidFill>
                  <a:schemeClr val="tx1">
                    <a:lumMod val="95000"/>
                    <a:lumOff val="5000"/>
                  </a:schemeClr>
                </a:solidFill>
                <a:latin typeface="Arial" pitchFamily="34" charset="0"/>
                <a:cs typeface="Arial" pitchFamily="34" charset="0"/>
              </a:rPr>
              <a:t>La </a:t>
            </a:r>
            <a:r>
              <a:rPr lang="es-ES" sz="1800" b="1" dirty="0">
                <a:solidFill>
                  <a:schemeClr val="accent5">
                    <a:lumMod val="75000"/>
                  </a:schemeClr>
                </a:solidFill>
                <a:latin typeface="Arial" pitchFamily="34" charset="0"/>
                <a:cs typeface="Arial" pitchFamily="34" charset="0"/>
              </a:rPr>
              <a:t>oficina E</a:t>
            </a:r>
            <a:r>
              <a:rPr lang="es-ES" sz="1800" dirty="0">
                <a:solidFill>
                  <a:schemeClr val="accent5">
                    <a:lumMod val="75000"/>
                  </a:schemeClr>
                </a:solidFill>
                <a:latin typeface="Arial" pitchFamily="34" charset="0"/>
                <a:cs typeface="Arial" pitchFamily="34" charset="0"/>
              </a:rPr>
              <a:t> </a:t>
            </a:r>
            <a:r>
              <a:rPr lang="es-ES" sz="1800" dirty="0">
                <a:solidFill>
                  <a:schemeClr val="tx1">
                    <a:lumMod val="95000"/>
                    <a:lumOff val="5000"/>
                  </a:schemeClr>
                </a:solidFill>
                <a:latin typeface="Arial" pitchFamily="34" charset="0"/>
                <a:cs typeface="Arial" pitchFamily="34" charset="0"/>
              </a:rPr>
              <a:t>podría usar una </a:t>
            </a:r>
            <a:r>
              <a:rPr lang="es-ES" sz="1800" b="1" dirty="0">
                <a:solidFill>
                  <a:schemeClr val="accent6">
                    <a:lumMod val="75000"/>
                  </a:schemeClr>
                </a:solidFill>
                <a:latin typeface="Arial" pitchFamily="34" charset="0"/>
                <a:cs typeface="Arial" pitchFamily="34" charset="0"/>
              </a:rPr>
              <a:t>conexión en serie</a:t>
            </a:r>
            <a:r>
              <a:rPr lang="es-ES" sz="1800" dirty="0">
                <a:solidFill>
                  <a:schemeClr val="tx1">
                    <a:lumMod val="95000"/>
                    <a:lumOff val="5000"/>
                  </a:schemeClr>
                </a:solidFill>
                <a:latin typeface="Arial" pitchFamily="34" charset="0"/>
                <a:cs typeface="Arial" pitchFamily="34" charset="0"/>
              </a:rPr>
              <a:t>, una línea arrendada para conectarse a la infraestructura MPLS del proveedor de servicios.</a:t>
            </a:r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D9349322-FBF5-9B10-531C-84A5CB1443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68" y="3246247"/>
            <a:ext cx="9144000" cy="3611753"/>
          </a:xfrm>
          <a:prstGeom prst="rect">
            <a:avLst/>
          </a:prstGeom>
        </p:spPr>
      </p:pic>
      <p:sp>
        <p:nvSpPr>
          <p:cNvPr id="2" name="Text Box 6">
            <a:extLst>
              <a:ext uri="{FF2B5EF4-FFF2-40B4-BE49-F238E27FC236}">
                <a16:creationId xmlns:a16="http://schemas.microsoft.com/office/drawing/2014/main" id="{B986FAFA-DE72-F08E-91E9-0FAE462E9CE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66475" y="96145"/>
            <a:ext cx="7539037" cy="86177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sz="1600">
                <a:solidFill>
                  <a:schemeClr val="tx1"/>
                </a:solidFill>
                <a:latin typeface="Times New Roman" pitchFamily="18" charset="0"/>
              </a:defRPr>
            </a:lvl1pPr>
            <a:lvl2pPr marL="742950" indent="-285750">
              <a:defRPr sz="1600">
                <a:solidFill>
                  <a:schemeClr val="tx1"/>
                </a:solidFill>
                <a:latin typeface="Times New Roman" pitchFamily="18" charset="0"/>
              </a:defRPr>
            </a:lvl2pPr>
            <a:lvl3pPr marL="1143000" indent="-228600">
              <a:defRPr sz="1600">
                <a:solidFill>
                  <a:schemeClr val="tx1"/>
                </a:solidFill>
                <a:latin typeface="Times New Roman" pitchFamily="18" charset="0"/>
              </a:defRPr>
            </a:lvl3pPr>
            <a:lvl4pPr marL="1600200" indent="-228600">
              <a:defRPr sz="1600">
                <a:solidFill>
                  <a:schemeClr val="tx1"/>
                </a:solidFill>
                <a:latin typeface="Times New Roman" pitchFamily="18" charset="0"/>
              </a:defRPr>
            </a:lvl4pPr>
            <a:lvl5pPr marL="2057400" indent="-228600">
              <a:defRPr sz="1600">
                <a:solidFill>
                  <a:schemeClr val="tx1"/>
                </a:solidFill>
                <a:latin typeface="Times New Roman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imes New Roman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imes New Roman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imes New Roman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imes New Roman" pitchFamily="18" charset="0"/>
              </a:defRPr>
            </a:lvl9pPr>
          </a:lstStyle>
          <a:p>
            <a:pPr algn="ctr">
              <a:spcBef>
                <a:spcPct val="50000"/>
              </a:spcBef>
            </a:pPr>
            <a:r>
              <a:rPr lang="es-MX" sz="3200" b="1" dirty="0">
                <a:solidFill>
                  <a:schemeClr val="accent4">
                    <a:lumMod val="50000"/>
                  </a:schemeClr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Dom Casual" charset="0"/>
                <a:ea typeface="+mj-ea"/>
                <a:cs typeface="+mj-cs"/>
              </a:rPr>
              <a:t>MPLS</a:t>
            </a:r>
          </a:p>
          <a:p>
            <a:pPr algn="ctr"/>
            <a:r>
              <a:rPr lang="es-MX" sz="1800" b="1" dirty="0">
                <a:solidFill>
                  <a:schemeClr val="accent3">
                    <a:lumMod val="75000"/>
                  </a:schemeClr>
                </a:solidFill>
                <a:latin typeface="Dom Casual" charset="0"/>
                <a:ea typeface="+mj-ea"/>
                <a:cs typeface="+mj-cs"/>
              </a:rPr>
              <a:t>(Multi Protocol Label Switching)</a:t>
            </a:r>
          </a:p>
        </p:txBody>
      </p:sp>
    </p:spTree>
    <p:extLst>
      <p:ext uri="{BB962C8B-B14F-4D97-AF65-F5344CB8AC3E}">
        <p14:creationId xmlns:p14="http://schemas.microsoft.com/office/powerpoint/2010/main" val="1488472441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4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7" dur="500"/>
                                        <p:tgtEl>
                                          <p:spTgt spid="266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629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9" name="Text Box 5"/>
          <p:cNvSpPr txBox="1">
            <a:spLocks noChangeArrowheads="1"/>
          </p:cNvSpPr>
          <p:nvPr/>
        </p:nvSpPr>
        <p:spPr bwMode="auto">
          <a:xfrm>
            <a:off x="745549" y="1458317"/>
            <a:ext cx="7693957" cy="12875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sz="1600">
                <a:solidFill>
                  <a:schemeClr val="tx1"/>
                </a:solidFill>
                <a:latin typeface="Times New Roman" pitchFamily="18" charset="0"/>
              </a:defRPr>
            </a:lvl1pPr>
            <a:lvl2pPr marL="742950" indent="-285750">
              <a:defRPr sz="1600">
                <a:solidFill>
                  <a:schemeClr val="tx1"/>
                </a:solidFill>
                <a:latin typeface="Times New Roman" pitchFamily="18" charset="0"/>
              </a:defRPr>
            </a:lvl2pPr>
            <a:lvl3pPr marL="1143000" indent="-228600">
              <a:defRPr sz="1600">
                <a:solidFill>
                  <a:schemeClr val="tx1"/>
                </a:solidFill>
                <a:latin typeface="Times New Roman" pitchFamily="18" charset="0"/>
              </a:defRPr>
            </a:lvl3pPr>
            <a:lvl4pPr marL="1600200" indent="-228600">
              <a:defRPr sz="1600">
                <a:solidFill>
                  <a:schemeClr val="tx1"/>
                </a:solidFill>
                <a:latin typeface="Times New Roman" pitchFamily="18" charset="0"/>
              </a:defRPr>
            </a:lvl4pPr>
            <a:lvl5pPr marL="2057400" indent="-228600">
              <a:defRPr sz="1600">
                <a:solidFill>
                  <a:schemeClr val="tx1"/>
                </a:solidFill>
                <a:latin typeface="Times New Roman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imes New Roman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imes New Roman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imes New Roman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imes New Roman" pitchFamily="18" charset="0"/>
              </a:defRPr>
            </a:lvl9pPr>
          </a:lstStyle>
          <a:p>
            <a:pPr algn="just">
              <a:lnSpc>
                <a:spcPct val="150000"/>
              </a:lnSpc>
            </a:pPr>
            <a:r>
              <a:rPr lang="es-ES" sz="1800" dirty="0">
                <a:solidFill>
                  <a:schemeClr val="tx1">
                    <a:lumMod val="95000"/>
                    <a:lumOff val="5000"/>
                  </a:schemeClr>
                </a:solidFill>
                <a:latin typeface="Arial" pitchFamily="34" charset="0"/>
                <a:cs typeface="Arial" pitchFamily="34" charset="0"/>
              </a:rPr>
              <a:t>Estos sitios se conectan al proveedor de servicios con una </a:t>
            </a:r>
            <a:r>
              <a:rPr lang="es-ES" sz="1800" b="1" dirty="0">
                <a:solidFill>
                  <a:schemeClr val="accent6">
                    <a:lumMod val="75000"/>
                  </a:schemeClr>
                </a:solidFill>
                <a:latin typeface="Arial" pitchFamily="34" charset="0"/>
                <a:cs typeface="Arial" pitchFamily="34" charset="0"/>
              </a:rPr>
              <a:t>variedad de tipos de conexión</a:t>
            </a:r>
            <a:r>
              <a:rPr lang="es-ES" sz="1800" dirty="0">
                <a:solidFill>
                  <a:schemeClr val="tx1">
                    <a:lumMod val="95000"/>
                    <a:lumOff val="5000"/>
                  </a:schemeClr>
                </a:solidFill>
                <a:latin typeface="Arial" pitchFamily="34" charset="0"/>
                <a:cs typeface="Arial" pitchFamily="34" charset="0"/>
              </a:rPr>
              <a:t> y todos podrán comunicarse entre sí a través de la infraestructura MPLS del proveedor de servicios.</a:t>
            </a:r>
          </a:p>
        </p:txBody>
      </p:sp>
      <p:sp>
        <p:nvSpPr>
          <p:cNvPr id="3078" name="Text Box 6"/>
          <p:cNvSpPr txBox="1">
            <a:spLocks noChangeArrowheads="1"/>
          </p:cNvSpPr>
          <p:nvPr/>
        </p:nvSpPr>
        <p:spPr bwMode="auto">
          <a:xfrm>
            <a:off x="766475" y="96145"/>
            <a:ext cx="7539037" cy="86177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sz="1600">
                <a:solidFill>
                  <a:schemeClr val="tx1"/>
                </a:solidFill>
                <a:latin typeface="Times New Roman" pitchFamily="18" charset="0"/>
              </a:defRPr>
            </a:lvl1pPr>
            <a:lvl2pPr marL="742950" indent="-285750">
              <a:defRPr sz="1600">
                <a:solidFill>
                  <a:schemeClr val="tx1"/>
                </a:solidFill>
                <a:latin typeface="Times New Roman" pitchFamily="18" charset="0"/>
              </a:defRPr>
            </a:lvl2pPr>
            <a:lvl3pPr marL="1143000" indent="-228600">
              <a:defRPr sz="1600">
                <a:solidFill>
                  <a:schemeClr val="tx1"/>
                </a:solidFill>
                <a:latin typeface="Times New Roman" pitchFamily="18" charset="0"/>
              </a:defRPr>
            </a:lvl3pPr>
            <a:lvl4pPr marL="1600200" indent="-228600">
              <a:defRPr sz="1600">
                <a:solidFill>
                  <a:schemeClr val="tx1"/>
                </a:solidFill>
                <a:latin typeface="Times New Roman" pitchFamily="18" charset="0"/>
              </a:defRPr>
            </a:lvl4pPr>
            <a:lvl5pPr marL="2057400" indent="-228600">
              <a:defRPr sz="1600">
                <a:solidFill>
                  <a:schemeClr val="tx1"/>
                </a:solidFill>
                <a:latin typeface="Times New Roman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imes New Roman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imes New Roman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imes New Roman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imes New Roman" pitchFamily="18" charset="0"/>
              </a:defRPr>
            </a:lvl9pPr>
          </a:lstStyle>
          <a:p>
            <a:pPr algn="ctr">
              <a:spcBef>
                <a:spcPct val="50000"/>
              </a:spcBef>
            </a:pPr>
            <a:r>
              <a:rPr lang="es-MX" sz="3200" b="1" dirty="0">
                <a:solidFill>
                  <a:schemeClr val="accent4">
                    <a:lumMod val="50000"/>
                  </a:schemeClr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Dom Casual" charset="0"/>
                <a:ea typeface="+mj-ea"/>
                <a:cs typeface="+mj-cs"/>
              </a:rPr>
              <a:t>MPLS</a:t>
            </a:r>
          </a:p>
          <a:p>
            <a:pPr algn="ctr"/>
            <a:r>
              <a:rPr lang="es-MX" sz="1800" dirty="0">
                <a:solidFill>
                  <a:schemeClr val="accent4">
                    <a:lumMod val="50000"/>
                  </a:schemeClr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Dom Casual" charset="0"/>
                <a:ea typeface="+mj-ea"/>
                <a:cs typeface="+mj-cs"/>
              </a:rPr>
              <a:t>(Multi Protocol Label Switching)</a:t>
            </a:r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D9349322-FBF5-9B10-531C-84A5CB1443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28" y="3246247"/>
            <a:ext cx="9144000" cy="36117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11036397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4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7" dur="500"/>
                                        <p:tgtEl>
                                          <p:spTgt spid="266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629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1">
            <a:extLst>
              <a:ext uri="{FF2B5EF4-FFF2-40B4-BE49-F238E27FC236}">
                <a16:creationId xmlns:a16="http://schemas.microsoft.com/office/drawing/2014/main" id="{D112DB9F-CD70-BA3F-01D0-EDB5EC5245C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6806" y="4002100"/>
            <a:ext cx="7310388" cy="2855900"/>
          </a:xfrm>
          <a:prstGeom prst="rect">
            <a:avLst/>
          </a:prstGeom>
        </p:spPr>
      </p:pic>
      <p:sp>
        <p:nvSpPr>
          <p:cNvPr id="26629" name="Text Box 5"/>
          <p:cNvSpPr txBox="1">
            <a:spLocks noChangeArrowheads="1"/>
          </p:cNvSpPr>
          <p:nvPr/>
        </p:nvSpPr>
        <p:spPr bwMode="auto">
          <a:xfrm>
            <a:off x="542112" y="967966"/>
            <a:ext cx="7987762" cy="336502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sz="1600">
                <a:solidFill>
                  <a:schemeClr val="tx1"/>
                </a:solidFill>
                <a:latin typeface="Times New Roman" pitchFamily="18" charset="0"/>
              </a:defRPr>
            </a:lvl1pPr>
            <a:lvl2pPr marL="742950" indent="-285750">
              <a:defRPr sz="1600">
                <a:solidFill>
                  <a:schemeClr val="tx1"/>
                </a:solidFill>
                <a:latin typeface="Times New Roman" pitchFamily="18" charset="0"/>
              </a:defRPr>
            </a:lvl2pPr>
            <a:lvl3pPr marL="1143000" indent="-228600">
              <a:defRPr sz="1600">
                <a:solidFill>
                  <a:schemeClr val="tx1"/>
                </a:solidFill>
                <a:latin typeface="Times New Roman" pitchFamily="18" charset="0"/>
              </a:defRPr>
            </a:lvl3pPr>
            <a:lvl4pPr marL="1600200" indent="-228600">
              <a:defRPr sz="1600">
                <a:solidFill>
                  <a:schemeClr val="tx1"/>
                </a:solidFill>
                <a:latin typeface="Times New Roman" pitchFamily="18" charset="0"/>
              </a:defRPr>
            </a:lvl4pPr>
            <a:lvl5pPr marL="2057400" indent="-228600">
              <a:defRPr sz="1600">
                <a:solidFill>
                  <a:schemeClr val="tx1"/>
                </a:solidFill>
                <a:latin typeface="Times New Roman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imes New Roman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imes New Roman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imes New Roman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imes New Roman" pitchFamily="18" charset="0"/>
              </a:defRPr>
            </a:lvl9pPr>
          </a:lstStyle>
          <a:p>
            <a:pPr algn="just">
              <a:lnSpc>
                <a:spcPct val="150000"/>
              </a:lnSpc>
            </a:pPr>
            <a:r>
              <a:rPr lang="es-ES" sz="1800" dirty="0">
                <a:solidFill>
                  <a:schemeClr val="tx1">
                    <a:lumMod val="95000"/>
                    <a:lumOff val="5000"/>
                  </a:schemeClr>
                </a:solidFill>
                <a:latin typeface="Arial" pitchFamily="34" charset="0"/>
                <a:cs typeface="Arial" pitchFamily="34" charset="0"/>
              </a:rPr>
              <a:t>En resumen:</a:t>
            </a: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s-ES" sz="1800" dirty="0">
                <a:solidFill>
                  <a:schemeClr val="tx1">
                    <a:lumMod val="95000"/>
                    <a:lumOff val="5000"/>
                  </a:schemeClr>
                </a:solidFill>
                <a:latin typeface="Arial" pitchFamily="34" charset="0"/>
                <a:cs typeface="Arial" pitchFamily="34" charset="0"/>
              </a:rPr>
              <a:t>MPLS usa </a:t>
            </a:r>
            <a:r>
              <a:rPr lang="es-ES" sz="1800" b="1" dirty="0">
                <a:solidFill>
                  <a:schemeClr val="accent6">
                    <a:lumMod val="75000"/>
                  </a:schemeClr>
                </a:solidFill>
                <a:latin typeface="Arial" pitchFamily="34" charset="0"/>
                <a:cs typeface="Arial" pitchFamily="34" charset="0"/>
              </a:rPr>
              <a:t>etiquetas </a:t>
            </a:r>
            <a:r>
              <a:rPr lang="es-ES" sz="1800" dirty="0">
                <a:solidFill>
                  <a:schemeClr val="tx1">
                    <a:lumMod val="95000"/>
                    <a:lumOff val="5000"/>
                  </a:schemeClr>
                </a:solidFill>
                <a:latin typeface="Arial" pitchFamily="34" charset="0"/>
                <a:cs typeface="Arial" pitchFamily="34" charset="0"/>
              </a:rPr>
              <a:t>para reenviar tráfico, </a:t>
            </a:r>
            <a:r>
              <a:rPr lang="es-ES" sz="1800" b="1" dirty="0">
                <a:solidFill>
                  <a:schemeClr val="accent6">
                    <a:lumMod val="75000"/>
                  </a:schemeClr>
                </a:solidFill>
                <a:latin typeface="Arial" pitchFamily="34" charset="0"/>
                <a:cs typeface="Arial" pitchFamily="34" charset="0"/>
              </a:rPr>
              <a:t>no direcciones IP</a:t>
            </a:r>
            <a:r>
              <a:rPr lang="es-ES" sz="1800" dirty="0">
                <a:solidFill>
                  <a:schemeClr val="tx1">
                    <a:lumMod val="95000"/>
                    <a:lumOff val="5000"/>
                  </a:schemeClr>
                </a:solidFill>
                <a:latin typeface="Arial" pitchFamily="34" charset="0"/>
                <a:cs typeface="Arial" pitchFamily="34" charset="0"/>
              </a:rPr>
              <a:t>.</a:t>
            </a: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s-ES" sz="1800" dirty="0">
                <a:solidFill>
                  <a:schemeClr val="tx1">
                    <a:lumMod val="95000"/>
                    <a:lumOff val="5000"/>
                  </a:schemeClr>
                </a:solidFill>
                <a:latin typeface="Arial" pitchFamily="34" charset="0"/>
                <a:cs typeface="Arial" pitchFamily="34" charset="0"/>
              </a:rPr>
              <a:t>Los routers del proveedor de servicios son totalmente transparentes y actúan como un gran switch que conecta los routers </a:t>
            </a:r>
            <a:r>
              <a:rPr lang="es-ES" sz="1800" b="1" dirty="0">
                <a:solidFill>
                  <a:schemeClr val="tx1">
                    <a:lumMod val="95000"/>
                    <a:lumOff val="5000"/>
                  </a:schemeClr>
                </a:solidFill>
                <a:latin typeface="Arial" pitchFamily="34" charset="0"/>
                <a:cs typeface="Arial" pitchFamily="34" charset="0"/>
              </a:rPr>
              <a:t>CE</a:t>
            </a:r>
            <a:r>
              <a:rPr lang="es-ES" sz="1800" dirty="0">
                <a:solidFill>
                  <a:schemeClr val="tx1">
                    <a:lumMod val="95000"/>
                    <a:lumOff val="5000"/>
                  </a:schemeClr>
                </a:solidFill>
                <a:latin typeface="Arial" pitchFamily="34" charset="0"/>
                <a:cs typeface="Arial" pitchFamily="34" charset="0"/>
              </a:rPr>
              <a:t> entre sí.</a:t>
            </a: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s-ES" sz="1800" dirty="0">
                <a:latin typeface="Arial" pitchFamily="34" charset="0"/>
                <a:cs typeface="Arial" pitchFamily="34" charset="0"/>
              </a:rPr>
              <a:t>Los </a:t>
            </a:r>
            <a:r>
              <a:rPr lang="es-ES" sz="1800" b="1" dirty="0">
                <a:solidFill>
                  <a:schemeClr val="accent6">
                    <a:lumMod val="75000"/>
                  </a:schemeClr>
                </a:solidFill>
                <a:latin typeface="Arial" pitchFamily="34" charset="0"/>
                <a:cs typeface="Arial" pitchFamily="34" charset="0"/>
              </a:rPr>
              <a:t>routers MPLS</a:t>
            </a:r>
            <a:r>
              <a:rPr lang="es-ES" sz="1800" dirty="0">
                <a:latin typeface="Arial" pitchFamily="34" charset="0"/>
                <a:cs typeface="Arial" pitchFamily="34" charset="0"/>
              </a:rPr>
              <a:t> también se denominan </a:t>
            </a:r>
            <a:r>
              <a:rPr lang="es-ES" sz="1800" b="1" dirty="0">
                <a:solidFill>
                  <a:schemeClr val="accent6">
                    <a:lumMod val="75000"/>
                  </a:schemeClr>
                </a:solidFill>
                <a:latin typeface="Arial" pitchFamily="34" charset="0"/>
                <a:cs typeface="Arial" pitchFamily="34" charset="0"/>
              </a:rPr>
              <a:t>routers conmutados por etiquetas</a:t>
            </a:r>
            <a:r>
              <a:rPr lang="es-ES" sz="1800" dirty="0">
                <a:latin typeface="Arial" pitchFamily="34" charset="0"/>
                <a:cs typeface="Arial" pitchFamily="34" charset="0"/>
              </a:rPr>
              <a:t>. Adjuntan etiquetas a paquetes que luego son utilizados por otros routers MPLS para reenviar tráfico.</a:t>
            </a:r>
            <a:endParaRPr lang="es-MX" sz="1800" dirty="0">
              <a:solidFill>
                <a:schemeClr val="accent6">
                  <a:lumMod val="75000"/>
                </a:schemeClr>
              </a:solidFill>
              <a:latin typeface="Arial" pitchFamily="34" charset="0"/>
              <a:cs typeface="Arial" pitchFamily="34" charset="0"/>
            </a:endParaRP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s-ES" sz="1800" dirty="0">
              <a:solidFill>
                <a:schemeClr val="tx1">
                  <a:lumMod val="95000"/>
                  <a:lumOff val="5000"/>
                </a:schemeClr>
              </a:solidFill>
              <a:latin typeface="Arial" pitchFamily="34" charset="0"/>
              <a:cs typeface="Arial" pitchFamily="34" charset="0"/>
            </a:endParaRPr>
          </a:p>
        </p:txBody>
      </p:sp>
      <p:sp>
        <p:nvSpPr>
          <p:cNvPr id="2" name="Text Box 6">
            <a:extLst>
              <a:ext uri="{FF2B5EF4-FFF2-40B4-BE49-F238E27FC236}">
                <a16:creationId xmlns:a16="http://schemas.microsoft.com/office/drawing/2014/main" id="{40CFA2C6-C2EE-F77E-8E32-04AE06CB46F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66475" y="96145"/>
            <a:ext cx="7539037" cy="86177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sz="1600">
                <a:solidFill>
                  <a:schemeClr val="tx1"/>
                </a:solidFill>
                <a:latin typeface="Times New Roman" pitchFamily="18" charset="0"/>
              </a:defRPr>
            </a:lvl1pPr>
            <a:lvl2pPr marL="742950" indent="-285750">
              <a:defRPr sz="1600">
                <a:solidFill>
                  <a:schemeClr val="tx1"/>
                </a:solidFill>
                <a:latin typeface="Times New Roman" pitchFamily="18" charset="0"/>
              </a:defRPr>
            </a:lvl2pPr>
            <a:lvl3pPr marL="1143000" indent="-228600">
              <a:defRPr sz="1600">
                <a:solidFill>
                  <a:schemeClr val="tx1"/>
                </a:solidFill>
                <a:latin typeface="Times New Roman" pitchFamily="18" charset="0"/>
              </a:defRPr>
            </a:lvl3pPr>
            <a:lvl4pPr marL="1600200" indent="-228600">
              <a:defRPr sz="1600">
                <a:solidFill>
                  <a:schemeClr val="tx1"/>
                </a:solidFill>
                <a:latin typeface="Times New Roman" pitchFamily="18" charset="0"/>
              </a:defRPr>
            </a:lvl4pPr>
            <a:lvl5pPr marL="2057400" indent="-228600">
              <a:defRPr sz="1600">
                <a:solidFill>
                  <a:schemeClr val="tx1"/>
                </a:solidFill>
                <a:latin typeface="Times New Roman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imes New Roman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imes New Roman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imes New Roman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imes New Roman" pitchFamily="18" charset="0"/>
              </a:defRPr>
            </a:lvl9pPr>
          </a:lstStyle>
          <a:p>
            <a:pPr algn="ctr">
              <a:spcBef>
                <a:spcPct val="50000"/>
              </a:spcBef>
            </a:pPr>
            <a:r>
              <a:rPr lang="es-MX" sz="3200" b="1" dirty="0">
                <a:solidFill>
                  <a:schemeClr val="accent4">
                    <a:lumMod val="50000"/>
                  </a:schemeClr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Dom Casual" charset="0"/>
                <a:ea typeface="+mj-ea"/>
                <a:cs typeface="+mj-cs"/>
              </a:rPr>
              <a:t>MPLS</a:t>
            </a:r>
          </a:p>
          <a:p>
            <a:pPr algn="ctr"/>
            <a:r>
              <a:rPr lang="es-MX" sz="1800" b="1" dirty="0">
                <a:solidFill>
                  <a:schemeClr val="accent3">
                    <a:lumMod val="75000"/>
                  </a:schemeClr>
                </a:solidFill>
                <a:latin typeface="Dom Casual" charset="0"/>
                <a:ea typeface="+mj-ea"/>
                <a:cs typeface="+mj-cs"/>
              </a:rPr>
              <a:t>(Multi Protocol Label Switching)</a:t>
            </a:r>
          </a:p>
        </p:txBody>
      </p:sp>
    </p:spTree>
    <p:extLst>
      <p:ext uri="{BB962C8B-B14F-4D97-AF65-F5344CB8AC3E}">
        <p14:creationId xmlns:p14="http://schemas.microsoft.com/office/powerpoint/2010/main" val="3391431512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4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7" dur="500"/>
                                        <p:tgtEl>
                                          <p:spTgt spid="266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629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083" name="Rectangle 3082">
            <a:extLst>
              <a:ext uri="{FF2B5EF4-FFF2-40B4-BE49-F238E27FC236}">
                <a16:creationId xmlns:a16="http://schemas.microsoft.com/office/drawing/2014/main" id="{F0A604E4-7307-451C-93BE-F1F7E1BF3B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914400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085" name="Rectangle 3084">
            <a:extLst>
              <a:ext uri="{FF2B5EF4-FFF2-40B4-BE49-F238E27FC236}">
                <a16:creationId xmlns:a16="http://schemas.microsoft.com/office/drawing/2014/main" id="{F7F3A0AA-35E5-4085-942B-73783903060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0" y="5282344"/>
            <a:ext cx="9143997" cy="1590742"/>
          </a:xfrm>
          <a:prstGeom prst="rect">
            <a:avLst/>
          </a:prstGeom>
          <a:gradFill>
            <a:gsLst>
              <a:gs pos="34000">
                <a:srgbClr val="000000">
                  <a:alpha val="96000"/>
                </a:srgbClr>
              </a:gs>
              <a:gs pos="100000">
                <a:schemeClr val="accent1"/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087" name="Rectangle 3086">
            <a:extLst>
              <a:ext uri="{FF2B5EF4-FFF2-40B4-BE49-F238E27FC236}">
                <a16:creationId xmlns:a16="http://schemas.microsoft.com/office/drawing/2014/main" id="{402F5C38-C747-4173-ABBF-656E39E8213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3" y="5282344"/>
            <a:ext cx="6086475" cy="1590742"/>
          </a:xfrm>
          <a:prstGeom prst="rect">
            <a:avLst/>
          </a:prstGeom>
          <a:gradFill>
            <a:gsLst>
              <a:gs pos="28000">
                <a:schemeClr val="accent1">
                  <a:lumMod val="75000"/>
                  <a:alpha val="59000"/>
                </a:schemeClr>
              </a:gs>
              <a:gs pos="100000">
                <a:srgbClr val="000000">
                  <a:alpha val="70000"/>
                </a:srgb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089" name="Rectangle 3088">
            <a:extLst>
              <a:ext uri="{FF2B5EF4-FFF2-40B4-BE49-F238E27FC236}">
                <a16:creationId xmlns:a16="http://schemas.microsoft.com/office/drawing/2014/main" id="{E37EECFC-A684-4391-AE85-4CDAF5565F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3" y="5282344"/>
            <a:ext cx="9143998" cy="1590742"/>
          </a:xfrm>
          <a:prstGeom prst="rect">
            <a:avLst/>
          </a:prstGeom>
          <a:gradFill>
            <a:gsLst>
              <a:gs pos="0">
                <a:srgbClr val="000000">
                  <a:alpha val="71765"/>
                </a:srgbClr>
              </a:gs>
              <a:gs pos="100000">
                <a:schemeClr val="accent1">
                  <a:alpha val="0"/>
                </a:schemeClr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078" name="Text Box 6"/>
          <p:cNvSpPr txBox="1">
            <a:spLocks noChangeArrowheads="1"/>
          </p:cNvSpPr>
          <p:nvPr/>
        </p:nvSpPr>
        <p:spPr bwMode="auto">
          <a:xfrm>
            <a:off x="524784" y="5490971"/>
            <a:ext cx="7143559" cy="1159200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lIns="91440" tIns="45720" rIns="91440" bIns="45720" rtlCol="0" anchor="ctr">
            <a:normAutofit/>
          </a:bodyPr>
          <a:lstStyle>
            <a:lvl1pPr>
              <a:defRPr sz="1600">
                <a:solidFill>
                  <a:schemeClr val="tx1"/>
                </a:solidFill>
                <a:latin typeface="Times New Roman" pitchFamily="18" charset="0"/>
              </a:defRPr>
            </a:lvl1pPr>
            <a:lvl2pPr marL="742950" indent="-285750">
              <a:defRPr sz="1600">
                <a:solidFill>
                  <a:schemeClr val="tx1"/>
                </a:solidFill>
                <a:latin typeface="Times New Roman" pitchFamily="18" charset="0"/>
              </a:defRPr>
            </a:lvl2pPr>
            <a:lvl3pPr marL="1143000" indent="-228600">
              <a:defRPr sz="1600">
                <a:solidFill>
                  <a:schemeClr val="tx1"/>
                </a:solidFill>
                <a:latin typeface="Times New Roman" pitchFamily="18" charset="0"/>
              </a:defRPr>
            </a:lvl3pPr>
            <a:lvl4pPr marL="1600200" indent="-228600">
              <a:defRPr sz="1600">
                <a:solidFill>
                  <a:schemeClr val="tx1"/>
                </a:solidFill>
                <a:latin typeface="Times New Roman" pitchFamily="18" charset="0"/>
              </a:defRPr>
            </a:lvl4pPr>
            <a:lvl5pPr marL="2057400" indent="-228600">
              <a:defRPr sz="1600">
                <a:solidFill>
                  <a:schemeClr val="tx1"/>
                </a:solidFill>
                <a:latin typeface="Times New Roman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imes New Roman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imes New Roman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imes New Roman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imes New Roman" pitchFamily="18" charset="0"/>
              </a:defRPr>
            </a:lvl9pPr>
          </a:lstStyle>
          <a:p>
            <a:pPr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3500" b="1" kern="1200" dirty="0">
                <a:solidFill>
                  <a:srgbClr val="FFFFFF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+mj-lt"/>
                <a:ea typeface="+mj-ea"/>
                <a:cs typeface="+mj-cs"/>
              </a:rPr>
              <a:t>Conexiones a Internet redundantes</a:t>
            </a:r>
          </a:p>
        </p:txBody>
      </p:sp>
      <p:pic>
        <p:nvPicPr>
          <p:cNvPr id="2" name="Imagen 1" descr="Imagen que contiene interior, tabla, juguete, oficina&#10;&#10;Descripción generada automáticamente">
            <a:extLst>
              <a:ext uri="{FF2B5EF4-FFF2-40B4-BE49-F238E27FC236}">
                <a16:creationId xmlns:a16="http://schemas.microsoft.com/office/drawing/2014/main" id="{B2AF0578-7021-D8BC-DED0-E29F8FDE43A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8447" y="390832"/>
            <a:ext cx="8216570" cy="45191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87194737"/>
      </p:ext>
    </p:extLst>
  </p:cSld>
  <p:clrMapOvr>
    <a:masterClrMapping/>
  </p:clrMapOvr>
  <p:transition/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8" name="Text Box 6"/>
          <p:cNvSpPr txBox="1">
            <a:spLocks noChangeArrowheads="1"/>
          </p:cNvSpPr>
          <p:nvPr/>
        </p:nvSpPr>
        <p:spPr bwMode="auto">
          <a:xfrm>
            <a:off x="737773" y="476672"/>
            <a:ext cx="7539037" cy="584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sz="1600">
                <a:solidFill>
                  <a:schemeClr val="tx1"/>
                </a:solidFill>
                <a:latin typeface="Times New Roman" pitchFamily="18" charset="0"/>
              </a:defRPr>
            </a:lvl1pPr>
            <a:lvl2pPr marL="742950" indent="-285750">
              <a:defRPr sz="1600">
                <a:solidFill>
                  <a:schemeClr val="tx1"/>
                </a:solidFill>
                <a:latin typeface="Times New Roman" pitchFamily="18" charset="0"/>
              </a:defRPr>
            </a:lvl2pPr>
            <a:lvl3pPr marL="1143000" indent="-228600">
              <a:defRPr sz="1600">
                <a:solidFill>
                  <a:schemeClr val="tx1"/>
                </a:solidFill>
                <a:latin typeface="Times New Roman" pitchFamily="18" charset="0"/>
              </a:defRPr>
            </a:lvl3pPr>
            <a:lvl4pPr marL="1600200" indent="-228600">
              <a:defRPr sz="1600">
                <a:solidFill>
                  <a:schemeClr val="tx1"/>
                </a:solidFill>
                <a:latin typeface="Times New Roman" pitchFamily="18" charset="0"/>
              </a:defRPr>
            </a:lvl4pPr>
            <a:lvl5pPr marL="2057400" indent="-228600">
              <a:defRPr sz="1600">
                <a:solidFill>
                  <a:schemeClr val="tx1"/>
                </a:solidFill>
                <a:latin typeface="Times New Roman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imes New Roman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imes New Roman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imes New Roman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imes New Roman" pitchFamily="18" charset="0"/>
              </a:defRPr>
            </a:lvl9pPr>
          </a:lstStyle>
          <a:p>
            <a:pPr algn="ctr">
              <a:spcBef>
                <a:spcPct val="50000"/>
              </a:spcBef>
            </a:pPr>
            <a:r>
              <a:rPr lang="es-MX" sz="3200" b="1" dirty="0">
                <a:solidFill>
                  <a:schemeClr val="accent4">
                    <a:lumMod val="50000"/>
                  </a:schemeClr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Dom Casual" charset="0"/>
                <a:ea typeface="+mj-ea"/>
                <a:cs typeface="+mj-cs"/>
              </a:rPr>
              <a:t>Conexiones a Internet redundantes</a:t>
            </a:r>
            <a:endParaRPr lang="es-MX" sz="1800" dirty="0">
              <a:solidFill>
                <a:schemeClr val="accent4">
                  <a:lumMod val="50000"/>
                </a:schemeClr>
              </a:solidFill>
              <a:effectLst>
                <a:outerShdw blurRad="38100" dist="38100" dir="2700000" algn="tl">
                  <a:srgbClr val="C0C0C0"/>
                </a:outerShdw>
              </a:effectLst>
              <a:latin typeface="Dom Casual" charset="0"/>
              <a:ea typeface="+mj-ea"/>
              <a:cs typeface="+mj-cs"/>
            </a:endParaRPr>
          </a:p>
        </p:txBody>
      </p:sp>
      <p:grpSp>
        <p:nvGrpSpPr>
          <p:cNvPr id="3" name="Grupo 2">
            <a:extLst>
              <a:ext uri="{FF2B5EF4-FFF2-40B4-BE49-F238E27FC236}">
                <a16:creationId xmlns:a16="http://schemas.microsoft.com/office/drawing/2014/main" id="{1F71DBFB-BAE2-A420-4641-A47906F0E1F8}"/>
              </a:ext>
            </a:extLst>
          </p:cNvPr>
          <p:cNvGrpSpPr/>
          <p:nvPr/>
        </p:nvGrpSpPr>
        <p:grpSpPr>
          <a:xfrm>
            <a:off x="944786" y="2840920"/>
            <a:ext cx="7358272" cy="3933056"/>
            <a:chOff x="944786" y="2840920"/>
            <a:chExt cx="7358272" cy="3933056"/>
          </a:xfrm>
        </p:grpSpPr>
        <p:pic>
          <p:nvPicPr>
            <p:cNvPr id="4" name="Imagen 3" descr="Diagrama&#10;&#10;Descripción generada automáticamente">
              <a:extLst>
                <a:ext uri="{FF2B5EF4-FFF2-40B4-BE49-F238E27FC236}">
                  <a16:creationId xmlns:a16="http://schemas.microsoft.com/office/drawing/2014/main" id="{6341A5AA-8205-713C-3387-116BC96C51C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44786" y="2840920"/>
              <a:ext cx="7358272" cy="3933056"/>
            </a:xfrm>
            <a:prstGeom prst="rect">
              <a:avLst/>
            </a:prstGeom>
          </p:spPr>
        </p:pic>
        <p:sp>
          <p:nvSpPr>
            <p:cNvPr id="5" name="Rectángulo 4">
              <a:extLst>
                <a:ext uri="{FF2B5EF4-FFF2-40B4-BE49-F238E27FC236}">
                  <a16:creationId xmlns:a16="http://schemas.microsoft.com/office/drawing/2014/main" id="{FA69A698-3C4A-4F0E-0080-F179A80AC308}"/>
                </a:ext>
              </a:extLst>
            </p:cNvPr>
            <p:cNvSpPr/>
            <p:nvPr/>
          </p:nvSpPr>
          <p:spPr>
            <a:xfrm>
              <a:off x="3203848" y="6165304"/>
              <a:ext cx="2808312" cy="576064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MX" dirty="0"/>
            </a:p>
          </p:txBody>
        </p:sp>
      </p:grpSp>
      <p:sp>
        <p:nvSpPr>
          <p:cNvPr id="2" name="Text Box 5">
            <a:extLst>
              <a:ext uri="{FF2B5EF4-FFF2-40B4-BE49-F238E27FC236}">
                <a16:creationId xmlns:a16="http://schemas.microsoft.com/office/drawing/2014/main" id="{10D6E369-67E0-1B4C-FF86-54BAB90A151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11560" y="1412776"/>
            <a:ext cx="7992888" cy="12875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sz="1600">
                <a:solidFill>
                  <a:schemeClr val="tx1"/>
                </a:solidFill>
                <a:latin typeface="Times New Roman" pitchFamily="18" charset="0"/>
              </a:defRPr>
            </a:lvl1pPr>
            <a:lvl2pPr marL="742950" indent="-285750">
              <a:defRPr sz="1600">
                <a:solidFill>
                  <a:schemeClr val="tx1"/>
                </a:solidFill>
                <a:latin typeface="Times New Roman" pitchFamily="18" charset="0"/>
              </a:defRPr>
            </a:lvl2pPr>
            <a:lvl3pPr marL="1143000" indent="-228600">
              <a:defRPr sz="1600">
                <a:solidFill>
                  <a:schemeClr val="tx1"/>
                </a:solidFill>
                <a:latin typeface="Times New Roman" pitchFamily="18" charset="0"/>
              </a:defRPr>
            </a:lvl3pPr>
            <a:lvl4pPr marL="1600200" indent="-228600">
              <a:defRPr sz="1600">
                <a:solidFill>
                  <a:schemeClr val="tx1"/>
                </a:solidFill>
                <a:latin typeface="Times New Roman" pitchFamily="18" charset="0"/>
              </a:defRPr>
            </a:lvl4pPr>
            <a:lvl5pPr marL="2057400" indent="-228600">
              <a:defRPr sz="1600">
                <a:solidFill>
                  <a:schemeClr val="tx1"/>
                </a:solidFill>
                <a:latin typeface="Times New Roman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imes New Roman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imes New Roman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imes New Roman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imes New Roman" pitchFamily="18" charset="0"/>
              </a:defRPr>
            </a:lvl9pPr>
          </a:lstStyle>
          <a:p>
            <a:pPr algn="just">
              <a:lnSpc>
                <a:spcPct val="150000"/>
              </a:lnSpc>
            </a:pPr>
            <a:r>
              <a:rPr lang="es-ES" sz="1800" dirty="0">
                <a:solidFill>
                  <a:schemeClr val="tx1">
                    <a:lumMod val="95000"/>
                    <a:lumOff val="5000"/>
                  </a:schemeClr>
                </a:solidFill>
                <a:latin typeface="Arial" pitchFamily="34" charset="0"/>
                <a:cs typeface="Arial" pitchFamily="34" charset="0"/>
              </a:rPr>
              <a:t>Para un usuario doméstico, perder la conexión a Internet no es un problema, es un poco molesto, pero no es un desastre. Sin embargo, para muchas empresas el acceso a Internet es fundamental para sus operaciones. </a:t>
            </a:r>
            <a:endParaRPr lang="es-MX" sz="1800" dirty="0">
              <a:solidFill>
                <a:schemeClr val="accent6">
                  <a:lumMod val="75000"/>
                </a:schemeClr>
              </a:solidFill>
              <a:latin typeface="Arial" pitchFamily="34" charset="0"/>
              <a:cs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7478769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upo 1">
            <a:extLst>
              <a:ext uri="{FF2B5EF4-FFF2-40B4-BE49-F238E27FC236}">
                <a16:creationId xmlns:a16="http://schemas.microsoft.com/office/drawing/2014/main" id="{571E106D-BDEE-AD86-B77B-62A18DD49442}"/>
              </a:ext>
            </a:extLst>
          </p:cNvPr>
          <p:cNvGrpSpPr/>
          <p:nvPr/>
        </p:nvGrpSpPr>
        <p:grpSpPr>
          <a:xfrm>
            <a:off x="1907704" y="3212976"/>
            <a:ext cx="6696744" cy="3579464"/>
            <a:chOff x="1979712" y="3278536"/>
            <a:chExt cx="6696744" cy="3579464"/>
          </a:xfrm>
        </p:grpSpPr>
        <p:pic>
          <p:nvPicPr>
            <p:cNvPr id="4" name="Imagen 3" descr="Diagrama&#10;&#10;Descripción generada automáticamente">
              <a:extLst>
                <a:ext uri="{FF2B5EF4-FFF2-40B4-BE49-F238E27FC236}">
                  <a16:creationId xmlns:a16="http://schemas.microsoft.com/office/drawing/2014/main" id="{6341A5AA-8205-713C-3387-116BC96C51C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979712" y="3278536"/>
              <a:ext cx="6696744" cy="3579464"/>
            </a:xfrm>
            <a:prstGeom prst="rect">
              <a:avLst/>
            </a:prstGeom>
          </p:spPr>
        </p:pic>
        <p:sp>
          <p:nvSpPr>
            <p:cNvPr id="5" name="Rectángulo 4">
              <a:extLst>
                <a:ext uri="{FF2B5EF4-FFF2-40B4-BE49-F238E27FC236}">
                  <a16:creationId xmlns:a16="http://schemas.microsoft.com/office/drawing/2014/main" id="{FA69A698-3C4A-4F0E-0080-F179A80AC308}"/>
                </a:ext>
              </a:extLst>
            </p:cNvPr>
            <p:cNvSpPr/>
            <p:nvPr/>
          </p:nvSpPr>
          <p:spPr>
            <a:xfrm>
              <a:off x="3995936" y="6061888"/>
              <a:ext cx="2808312" cy="576064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MX" dirty="0"/>
            </a:p>
          </p:txBody>
        </p:sp>
      </p:grpSp>
      <p:sp>
        <p:nvSpPr>
          <p:cNvPr id="26629" name="Text Box 5"/>
          <p:cNvSpPr txBox="1">
            <a:spLocks noChangeArrowheads="1"/>
          </p:cNvSpPr>
          <p:nvPr/>
        </p:nvSpPr>
        <p:spPr bwMode="auto">
          <a:xfrm>
            <a:off x="758681" y="1340768"/>
            <a:ext cx="7773759" cy="268791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sz="1600">
                <a:solidFill>
                  <a:schemeClr val="tx1"/>
                </a:solidFill>
                <a:latin typeface="Times New Roman" pitchFamily="18" charset="0"/>
              </a:defRPr>
            </a:lvl1pPr>
            <a:lvl2pPr marL="742950" indent="-285750">
              <a:defRPr sz="1600">
                <a:solidFill>
                  <a:schemeClr val="tx1"/>
                </a:solidFill>
                <a:latin typeface="Times New Roman" pitchFamily="18" charset="0"/>
              </a:defRPr>
            </a:lvl2pPr>
            <a:lvl3pPr marL="1143000" indent="-228600">
              <a:defRPr sz="1600">
                <a:solidFill>
                  <a:schemeClr val="tx1"/>
                </a:solidFill>
                <a:latin typeface="Times New Roman" pitchFamily="18" charset="0"/>
              </a:defRPr>
            </a:lvl3pPr>
            <a:lvl4pPr marL="1600200" indent="-228600">
              <a:defRPr sz="1600">
                <a:solidFill>
                  <a:schemeClr val="tx1"/>
                </a:solidFill>
                <a:latin typeface="Times New Roman" pitchFamily="18" charset="0"/>
              </a:defRPr>
            </a:lvl4pPr>
            <a:lvl5pPr marL="2057400" indent="-228600">
              <a:defRPr sz="1600">
                <a:solidFill>
                  <a:schemeClr val="tx1"/>
                </a:solidFill>
                <a:latin typeface="Times New Roman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imes New Roman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imes New Roman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imes New Roman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imes New Roman" pitchFamily="18" charset="0"/>
              </a:defRPr>
            </a:lvl9pPr>
          </a:lstStyle>
          <a:p>
            <a:pPr algn="just">
              <a:lnSpc>
                <a:spcPct val="150000"/>
              </a:lnSpc>
              <a:spcAft>
                <a:spcPts val="1200"/>
              </a:spcAft>
            </a:pPr>
            <a:r>
              <a:rPr lang="es-ES" sz="1800" dirty="0">
                <a:solidFill>
                  <a:schemeClr val="tx1">
                    <a:lumMod val="95000"/>
                    <a:lumOff val="5000"/>
                  </a:schemeClr>
                </a:solidFill>
                <a:latin typeface="Arial" pitchFamily="34" charset="0"/>
                <a:cs typeface="Arial" pitchFamily="34" charset="0"/>
              </a:rPr>
              <a:t>En una empresa, es importante tener </a:t>
            </a:r>
            <a:r>
              <a:rPr lang="es-ES" sz="1800" b="1" dirty="0">
                <a:solidFill>
                  <a:schemeClr val="accent5">
                    <a:lumMod val="75000"/>
                  </a:schemeClr>
                </a:solidFill>
                <a:latin typeface="Arial" pitchFamily="34" charset="0"/>
                <a:cs typeface="Arial" pitchFamily="34" charset="0"/>
              </a:rPr>
              <a:t>conexiones a Internet redundantes </a:t>
            </a:r>
            <a:r>
              <a:rPr lang="es-ES" sz="1800" dirty="0">
                <a:solidFill>
                  <a:schemeClr val="tx1">
                    <a:lumMod val="95000"/>
                    <a:lumOff val="5000"/>
                  </a:schemeClr>
                </a:solidFill>
                <a:latin typeface="Arial" pitchFamily="34" charset="0"/>
                <a:cs typeface="Arial" pitchFamily="34" charset="0"/>
              </a:rPr>
              <a:t>y hay algunos términos que debemos conocer:</a:t>
            </a: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s-ES" sz="1800" b="1" dirty="0">
                <a:solidFill>
                  <a:schemeClr val="accent6">
                    <a:lumMod val="75000"/>
                  </a:schemeClr>
                </a:solidFill>
                <a:latin typeface="Arial" pitchFamily="34" charset="0"/>
                <a:cs typeface="Arial" pitchFamily="34" charset="0"/>
              </a:rPr>
              <a:t>Single Homed</a:t>
            </a: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s-ES" sz="1800" b="1" dirty="0">
                <a:solidFill>
                  <a:schemeClr val="accent6">
                    <a:lumMod val="75000"/>
                  </a:schemeClr>
                </a:solidFill>
                <a:latin typeface="Arial" pitchFamily="34" charset="0"/>
                <a:cs typeface="Arial" pitchFamily="34" charset="0"/>
              </a:rPr>
              <a:t>Dual Homed</a:t>
            </a: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s-ES" sz="1800" b="1" dirty="0">
                <a:solidFill>
                  <a:schemeClr val="accent6">
                    <a:lumMod val="75000"/>
                  </a:schemeClr>
                </a:solidFill>
                <a:latin typeface="Arial" pitchFamily="34" charset="0"/>
                <a:cs typeface="Arial" pitchFamily="34" charset="0"/>
              </a:rPr>
              <a:t>Multihomed</a:t>
            </a: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s-ES" sz="1800" b="1" dirty="0">
                <a:solidFill>
                  <a:schemeClr val="accent6">
                    <a:lumMod val="75000"/>
                  </a:schemeClr>
                </a:solidFill>
                <a:latin typeface="Arial" pitchFamily="34" charset="0"/>
                <a:cs typeface="Arial" pitchFamily="34" charset="0"/>
              </a:rPr>
              <a:t>Dual Multihomed</a:t>
            </a:r>
            <a:endParaRPr lang="es-MX" sz="1800" b="1" dirty="0">
              <a:solidFill>
                <a:schemeClr val="accent6">
                  <a:lumMod val="75000"/>
                </a:schemeClr>
              </a:solidFill>
              <a:latin typeface="Arial" pitchFamily="34" charset="0"/>
              <a:cs typeface="Arial" pitchFamily="34" charset="0"/>
            </a:endParaRPr>
          </a:p>
        </p:txBody>
      </p:sp>
      <p:sp>
        <p:nvSpPr>
          <p:cNvPr id="3078" name="Text Box 6"/>
          <p:cNvSpPr txBox="1">
            <a:spLocks noChangeArrowheads="1"/>
          </p:cNvSpPr>
          <p:nvPr/>
        </p:nvSpPr>
        <p:spPr bwMode="auto">
          <a:xfrm>
            <a:off x="758681" y="332656"/>
            <a:ext cx="7539037" cy="584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sz="1600">
                <a:solidFill>
                  <a:schemeClr val="tx1"/>
                </a:solidFill>
                <a:latin typeface="Times New Roman" pitchFamily="18" charset="0"/>
              </a:defRPr>
            </a:lvl1pPr>
            <a:lvl2pPr marL="742950" indent="-285750">
              <a:defRPr sz="1600">
                <a:solidFill>
                  <a:schemeClr val="tx1"/>
                </a:solidFill>
                <a:latin typeface="Times New Roman" pitchFamily="18" charset="0"/>
              </a:defRPr>
            </a:lvl2pPr>
            <a:lvl3pPr marL="1143000" indent="-228600">
              <a:defRPr sz="1600">
                <a:solidFill>
                  <a:schemeClr val="tx1"/>
                </a:solidFill>
                <a:latin typeface="Times New Roman" pitchFamily="18" charset="0"/>
              </a:defRPr>
            </a:lvl3pPr>
            <a:lvl4pPr marL="1600200" indent="-228600">
              <a:defRPr sz="1600">
                <a:solidFill>
                  <a:schemeClr val="tx1"/>
                </a:solidFill>
                <a:latin typeface="Times New Roman" pitchFamily="18" charset="0"/>
              </a:defRPr>
            </a:lvl4pPr>
            <a:lvl5pPr marL="2057400" indent="-228600">
              <a:defRPr sz="1600">
                <a:solidFill>
                  <a:schemeClr val="tx1"/>
                </a:solidFill>
                <a:latin typeface="Times New Roman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imes New Roman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imes New Roman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imes New Roman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imes New Roman" pitchFamily="18" charset="0"/>
              </a:defRPr>
            </a:lvl9pPr>
          </a:lstStyle>
          <a:p>
            <a:pPr algn="ctr">
              <a:spcBef>
                <a:spcPct val="50000"/>
              </a:spcBef>
            </a:pPr>
            <a:r>
              <a:rPr lang="es-MX" sz="3200" b="1" dirty="0">
                <a:solidFill>
                  <a:schemeClr val="accent4">
                    <a:lumMod val="50000"/>
                  </a:schemeClr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Dom Casual" charset="0"/>
                <a:ea typeface="+mj-ea"/>
                <a:cs typeface="+mj-cs"/>
              </a:rPr>
              <a:t>Conexiones a Internet redundantes</a:t>
            </a:r>
            <a:endParaRPr lang="es-MX" sz="1800" dirty="0">
              <a:solidFill>
                <a:schemeClr val="accent4">
                  <a:lumMod val="50000"/>
                </a:schemeClr>
              </a:solidFill>
              <a:effectLst>
                <a:outerShdw blurRad="38100" dist="38100" dir="2700000" algn="tl">
                  <a:srgbClr val="C0C0C0"/>
                </a:outerShdw>
              </a:effectLst>
              <a:latin typeface="Dom Casual" charset="0"/>
              <a:ea typeface="+mj-ea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2388769996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4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7" dur="500"/>
                                        <p:tgtEl>
                                          <p:spTgt spid="266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629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9" name="Text Box 5"/>
          <p:cNvSpPr txBox="1">
            <a:spLocks noChangeArrowheads="1"/>
          </p:cNvSpPr>
          <p:nvPr/>
        </p:nvSpPr>
        <p:spPr bwMode="auto">
          <a:xfrm>
            <a:off x="972488" y="1684121"/>
            <a:ext cx="7432401" cy="170303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sz="1600">
                <a:solidFill>
                  <a:schemeClr val="tx1"/>
                </a:solidFill>
                <a:latin typeface="Times New Roman" pitchFamily="18" charset="0"/>
              </a:defRPr>
            </a:lvl1pPr>
            <a:lvl2pPr marL="742950" indent="-285750">
              <a:defRPr sz="1600">
                <a:solidFill>
                  <a:schemeClr val="tx1"/>
                </a:solidFill>
                <a:latin typeface="Times New Roman" pitchFamily="18" charset="0"/>
              </a:defRPr>
            </a:lvl2pPr>
            <a:lvl3pPr marL="1143000" indent="-228600">
              <a:defRPr sz="1600">
                <a:solidFill>
                  <a:schemeClr val="tx1"/>
                </a:solidFill>
                <a:latin typeface="Times New Roman" pitchFamily="18" charset="0"/>
              </a:defRPr>
            </a:lvl3pPr>
            <a:lvl4pPr marL="1600200" indent="-228600">
              <a:defRPr sz="1600">
                <a:solidFill>
                  <a:schemeClr val="tx1"/>
                </a:solidFill>
                <a:latin typeface="Times New Roman" pitchFamily="18" charset="0"/>
              </a:defRPr>
            </a:lvl4pPr>
            <a:lvl5pPr marL="2057400" indent="-228600">
              <a:defRPr sz="1600">
                <a:solidFill>
                  <a:schemeClr val="tx1"/>
                </a:solidFill>
                <a:latin typeface="Times New Roman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imes New Roman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imes New Roman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imes New Roman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imes New Roman" pitchFamily="18" charset="0"/>
              </a:defRPr>
            </a:lvl9pPr>
          </a:lstStyle>
          <a:p>
            <a:pPr algn="just">
              <a:lnSpc>
                <a:spcPct val="150000"/>
              </a:lnSpc>
            </a:pPr>
            <a:r>
              <a:rPr lang="es-ES" sz="1800" b="1" dirty="0">
                <a:solidFill>
                  <a:schemeClr val="accent6">
                    <a:lumMod val="75000"/>
                  </a:schemeClr>
                </a:solidFill>
                <a:latin typeface="Arial" pitchFamily="34" charset="0"/>
                <a:cs typeface="Arial" pitchFamily="34" charset="0"/>
              </a:rPr>
              <a:t>Una conexión a 1 ISP = Single Homed. </a:t>
            </a: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s-ES" sz="1800" dirty="0">
                <a:solidFill>
                  <a:schemeClr val="tx1">
                    <a:lumMod val="95000"/>
                    <a:lumOff val="5000"/>
                  </a:schemeClr>
                </a:solidFill>
                <a:latin typeface="Arial" pitchFamily="34" charset="0"/>
                <a:cs typeface="Arial" pitchFamily="34" charset="0"/>
              </a:rPr>
              <a:t>Esto es como una conexión a Internet doméstica. </a:t>
            </a: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s-ES" sz="1800" dirty="0">
                <a:solidFill>
                  <a:schemeClr val="tx1">
                    <a:lumMod val="95000"/>
                    <a:lumOff val="5000"/>
                  </a:schemeClr>
                </a:solidFill>
                <a:latin typeface="Arial" pitchFamily="34" charset="0"/>
                <a:cs typeface="Arial" pitchFamily="34" charset="0"/>
              </a:rPr>
              <a:t>Para una empresa, esto no es ideal, porque aquí no hay redundancia. </a:t>
            </a:r>
            <a:endParaRPr lang="es-MX" sz="1800" dirty="0">
              <a:solidFill>
                <a:schemeClr val="tx1">
                  <a:lumMod val="95000"/>
                  <a:lumOff val="5000"/>
                </a:schemeClr>
              </a:solidFill>
              <a:latin typeface="Arial" pitchFamily="34" charset="0"/>
              <a:cs typeface="Arial" pitchFamily="34" charset="0"/>
            </a:endParaRPr>
          </a:p>
        </p:txBody>
      </p:sp>
      <p:sp>
        <p:nvSpPr>
          <p:cNvPr id="3078" name="Text Box 6"/>
          <p:cNvSpPr txBox="1">
            <a:spLocks noChangeArrowheads="1"/>
          </p:cNvSpPr>
          <p:nvPr/>
        </p:nvSpPr>
        <p:spPr bwMode="auto">
          <a:xfrm>
            <a:off x="948224" y="519572"/>
            <a:ext cx="7539037" cy="86177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sz="1600">
                <a:solidFill>
                  <a:schemeClr val="tx1"/>
                </a:solidFill>
                <a:latin typeface="Times New Roman" pitchFamily="18" charset="0"/>
              </a:defRPr>
            </a:lvl1pPr>
            <a:lvl2pPr marL="742950" indent="-285750">
              <a:defRPr sz="1600">
                <a:solidFill>
                  <a:schemeClr val="tx1"/>
                </a:solidFill>
                <a:latin typeface="Times New Roman" pitchFamily="18" charset="0"/>
              </a:defRPr>
            </a:lvl2pPr>
            <a:lvl3pPr marL="1143000" indent="-228600">
              <a:defRPr sz="1600">
                <a:solidFill>
                  <a:schemeClr val="tx1"/>
                </a:solidFill>
                <a:latin typeface="Times New Roman" pitchFamily="18" charset="0"/>
              </a:defRPr>
            </a:lvl3pPr>
            <a:lvl4pPr marL="1600200" indent="-228600">
              <a:defRPr sz="1600">
                <a:solidFill>
                  <a:schemeClr val="tx1"/>
                </a:solidFill>
                <a:latin typeface="Times New Roman" pitchFamily="18" charset="0"/>
              </a:defRPr>
            </a:lvl4pPr>
            <a:lvl5pPr marL="2057400" indent="-228600">
              <a:defRPr sz="1600">
                <a:solidFill>
                  <a:schemeClr val="tx1"/>
                </a:solidFill>
                <a:latin typeface="Times New Roman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imes New Roman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imes New Roman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imes New Roman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imes New Roman" pitchFamily="18" charset="0"/>
              </a:defRPr>
            </a:lvl9pPr>
          </a:lstStyle>
          <a:p>
            <a:pPr algn="ctr">
              <a:spcBef>
                <a:spcPct val="50000"/>
              </a:spcBef>
            </a:pPr>
            <a:r>
              <a:rPr lang="es-MX" sz="3200" b="1" dirty="0">
                <a:solidFill>
                  <a:schemeClr val="accent4">
                    <a:lumMod val="50000"/>
                  </a:schemeClr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Dom Casual" charset="0"/>
                <a:ea typeface="+mj-ea"/>
                <a:cs typeface="+mj-cs"/>
              </a:rPr>
              <a:t>Single Homed</a:t>
            </a:r>
          </a:p>
          <a:p>
            <a:pPr algn="ctr"/>
            <a:r>
              <a:rPr lang="es-MX" sz="1800" b="1" dirty="0">
                <a:solidFill>
                  <a:schemeClr val="accent3">
                    <a:lumMod val="75000"/>
                  </a:schemeClr>
                </a:solidFill>
                <a:latin typeface="Dom Casual" charset="0"/>
                <a:ea typeface="+mj-ea"/>
                <a:cs typeface="+mj-cs"/>
              </a:rPr>
              <a:t>Conexiones a Internet redundantes</a:t>
            </a:r>
            <a:endParaRPr lang="es-MX" sz="2800" b="1" dirty="0">
              <a:solidFill>
                <a:schemeClr val="accent3">
                  <a:lumMod val="75000"/>
                </a:schemeClr>
              </a:solidFill>
              <a:latin typeface="Dom Casual" charset="0"/>
              <a:ea typeface="+mj-ea"/>
              <a:cs typeface="+mj-cs"/>
            </a:endParaRPr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FA69A698-3C4A-4F0E-0080-F179A80AC308}"/>
              </a:ext>
            </a:extLst>
          </p:cNvPr>
          <p:cNvSpPr/>
          <p:nvPr/>
        </p:nvSpPr>
        <p:spPr>
          <a:xfrm>
            <a:off x="3563888" y="6093296"/>
            <a:ext cx="2808312" cy="57606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 dirty="0"/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F882E825-E7E8-474D-578E-35B32236431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31640" y="3718838"/>
            <a:ext cx="6305550" cy="17716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8713438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4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7" dur="500"/>
                                        <p:tgtEl>
                                          <p:spTgt spid="266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629" grpId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9" name="Text Box 5"/>
          <p:cNvSpPr txBox="1">
            <a:spLocks noChangeArrowheads="1"/>
          </p:cNvSpPr>
          <p:nvPr/>
        </p:nvSpPr>
        <p:spPr bwMode="auto">
          <a:xfrm>
            <a:off x="921688" y="1691010"/>
            <a:ext cx="7432401" cy="87203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sz="1600">
                <a:solidFill>
                  <a:schemeClr val="tx1"/>
                </a:solidFill>
                <a:latin typeface="Times New Roman" pitchFamily="18" charset="0"/>
              </a:defRPr>
            </a:lvl1pPr>
            <a:lvl2pPr marL="742950" indent="-285750">
              <a:defRPr sz="1600">
                <a:solidFill>
                  <a:schemeClr val="tx1"/>
                </a:solidFill>
                <a:latin typeface="Times New Roman" pitchFamily="18" charset="0"/>
              </a:defRPr>
            </a:lvl2pPr>
            <a:lvl3pPr marL="1143000" indent="-228600">
              <a:defRPr sz="1600">
                <a:solidFill>
                  <a:schemeClr val="tx1"/>
                </a:solidFill>
                <a:latin typeface="Times New Roman" pitchFamily="18" charset="0"/>
              </a:defRPr>
            </a:lvl3pPr>
            <a:lvl4pPr marL="1600200" indent="-228600">
              <a:defRPr sz="1600">
                <a:solidFill>
                  <a:schemeClr val="tx1"/>
                </a:solidFill>
                <a:latin typeface="Times New Roman" pitchFamily="18" charset="0"/>
              </a:defRPr>
            </a:lvl4pPr>
            <a:lvl5pPr marL="2057400" indent="-228600">
              <a:defRPr sz="1600">
                <a:solidFill>
                  <a:schemeClr val="tx1"/>
                </a:solidFill>
                <a:latin typeface="Times New Roman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imes New Roman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imes New Roman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imes New Roman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imes New Roman" pitchFamily="18" charset="0"/>
              </a:defRPr>
            </a:lvl9pPr>
          </a:lstStyle>
          <a:p>
            <a:pPr algn="just">
              <a:lnSpc>
                <a:spcPct val="150000"/>
              </a:lnSpc>
            </a:pPr>
            <a:r>
              <a:rPr lang="es-ES" sz="1800" b="1" dirty="0">
                <a:solidFill>
                  <a:schemeClr val="accent6">
                    <a:lumMod val="75000"/>
                  </a:schemeClr>
                </a:solidFill>
                <a:latin typeface="Arial" pitchFamily="34" charset="0"/>
                <a:cs typeface="Arial" pitchFamily="34" charset="0"/>
              </a:rPr>
              <a:t>Dos conexiones a 1 ISP = Dual Homed </a:t>
            </a: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s-ES" sz="1800" dirty="0">
                <a:solidFill>
                  <a:schemeClr val="tx1">
                    <a:lumMod val="95000"/>
                    <a:lumOff val="5000"/>
                  </a:schemeClr>
                </a:solidFill>
                <a:latin typeface="Arial" pitchFamily="34" charset="0"/>
                <a:cs typeface="Arial" pitchFamily="34" charset="0"/>
              </a:rPr>
              <a:t>Esto proporciona cierta redundancia, pero aún no es ideal.</a:t>
            </a:r>
            <a:endParaRPr lang="es-MX" sz="1800" dirty="0">
              <a:solidFill>
                <a:schemeClr val="tx1">
                  <a:lumMod val="95000"/>
                  <a:lumOff val="5000"/>
                </a:schemeClr>
              </a:solidFill>
              <a:latin typeface="Arial" pitchFamily="34" charset="0"/>
              <a:cs typeface="Arial" pitchFamily="34" charset="0"/>
            </a:endParaRPr>
          </a:p>
        </p:txBody>
      </p:sp>
      <p:sp>
        <p:nvSpPr>
          <p:cNvPr id="3078" name="Text Box 6"/>
          <p:cNvSpPr txBox="1">
            <a:spLocks noChangeArrowheads="1"/>
          </p:cNvSpPr>
          <p:nvPr/>
        </p:nvSpPr>
        <p:spPr bwMode="auto">
          <a:xfrm>
            <a:off x="948224" y="519572"/>
            <a:ext cx="7539037" cy="86177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sz="1600">
                <a:solidFill>
                  <a:schemeClr val="tx1"/>
                </a:solidFill>
                <a:latin typeface="Times New Roman" pitchFamily="18" charset="0"/>
              </a:defRPr>
            </a:lvl1pPr>
            <a:lvl2pPr marL="742950" indent="-285750">
              <a:defRPr sz="1600">
                <a:solidFill>
                  <a:schemeClr val="tx1"/>
                </a:solidFill>
                <a:latin typeface="Times New Roman" pitchFamily="18" charset="0"/>
              </a:defRPr>
            </a:lvl2pPr>
            <a:lvl3pPr marL="1143000" indent="-228600">
              <a:defRPr sz="1600">
                <a:solidFill>
                  <a:schemeClr val="tx1"/>
                </a:solidFill>
                <a:latin typeface="Times New Roman" pitchFamily="18" charset="0"/>
              </a:defRPr>
            </a:lvl3pPr>
            <a:lvl4pPr marL="1600200" indent="-228600">
              <a:defRPr sz="1600">
                <a:solidFill>
                  <a:schemeClr val="tx1"/>
                </a:solidFill>
                <a:latin typeface="Times New Roman" pitchFamily="18" charset="0"/>
              </a:defRPr>
            </a:lvl4pPr>
            <a:lvl5pPr marL="2057400" indent="-228600">
              <a:defRPr sz="1600">
                <a:solidFill>
                  <a:schemeClr val="tx1"/>
                </a:solidFill>
                <a:latin typeface="Times New Roman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imes New Roman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imes New Roman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imes New Roman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imes New Roman" pitchFamily="18" charset="0"/>
              </a:defRPr>
            </a:lvl9pPr>
          </a:lstStyle>
          <a:p>
            <a:pPr algn="ctr">
              <a:spcBef>
                <a:spcPct val="50000"/>
              </a:spcBef>
            </a:pPr>
            <a:r>
              <a:rPr lang="es-MX" sz="3200" b="1" dirty="0">
                <a:solidFill>
                  <a:schemeClr val="accent4">
                    <a:lumMod val="50000"/>
                  </a:schemeClr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Dom Casual" charset="0"/>
                <a:ea typeface="+mj-ea"/>
                <a:cs typeface="+mj-cs"/>
              </a:rPr>
              <a:t>Dual Homed</a:t>
            </a:r>
          </a:p>
          <a:p>
            <a:pPr algn="ctr"/>
            <a:r>
              <a:rPr lang="es-MX" sz="1800" b="1" dirty="0">
                <a:solidFill>
                  <a:schemeClr val="accent3">
                    <a:lumMod val="75000"/>
                  </a:schemeClr>
                </a:solidFill>
                <a:latin typeface="Dom Casual" charset="0"/>
                <a:ea typeface="+mj-ea"/>
                <a:cs typeface="+mj-cs"/>
              </a:rPr>
              <a:t>Conexiones a Internet redundantes</a:t>
            </a:r>
            <a:endParaRPr lang="es-MX" sz="2800" b="1" dirty="0">
              <a:solidFill>
                <a:schemeClr val="accent3">
                  <a:lumMod val="75000"/>
                </a:schemeClr>
              </a:solidFill>
              <a:latin typeface="Dom Casual" charset="0"/>
              <a:ea typeface="+mj-ea"/>
              <a:cs typeface="+mj-cs"/>
            </a:endParaRPr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FA69A698-3C4A-4F0E-0080-F179A80AC308}"/>
              </a:ext>
            </a:extLst>
          </p:cNvPr>
          <p:cNvSpPr/>
          <p:nvPr/>
        </p:nvSpPr>
        <p:spPr>
          <a:xfrm>
            <a:off x="3563888" y="6093296"/>
            <a:ext cx="2808312" cy="57606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 dirty="0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0066B73B-ACBB-E0AD-6187-4709952CCA5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38275" y="2854796"/>
            <a:ext cx="6267450" cy="3238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03626963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4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7" dur="500"/>
                                        <p:tgtEl>
                                          <p:spTgt spid="266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629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9" name="Text Box 5"/>
          <p:cNvSpPr txBox="1">
            <a:spLocks noChangeArrowheads="1"/>
          </p:cNvSpPr>
          <p:nvPr/>
        </p:nvSpPr>
        <p:spPr bwMode="auto">
          <a:xfrm>
            <a:off x="755575" y="1340768"/>
            <a:ext cx="7920880" cy="12875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sz="1600">
                <a:solidFill>
                  <a:schemeClr val="tx1"/>
                </a:solidFill>
                <a:latin typeface="Times New Roman" pitchFamily="18" charset="0"/>
              </a:defRPr>
            </a:lvl1pPr>
            <a:lvl2pPr marL="742950" indent="-285750">
              <a:defRPr sz="1600">
                <a:solidFill>
                  <a:schemeClr val="tx1"/>
                </a:solidFill>
                <a:latin typeface="Times New Roman" pitchFamily="18" charset="0"/>
              </a:defRPr>
            </a:lvl2pPr>
            <a:lvl3pPr marL="1143000" indent="-228600">
              <a:defRPr sz="1600">
                <a:solidFill>
                  <a:schemeClr val="tx1"/>
                </a:solidFill>
                <a:latin typeface="Times New Roman" pitchFamily="18" charset="0"/>
              </a:defRPr>
            </a:lvl3pPr>
            <a:lvl4pPr marL="1600200" indent="-228600">
              <a:defRPr sz="1600">
                <a:solidFill>
                  <a:schemeClr val="tx1"/>
                </a:solidFill>
                <a:latin typeface="Times New Roman" pitchFamily="18" charset="0"/>
              </a:defRPr>
            </a:lvl4pPr>
            <a:lvl5pPr marL="2057400" indent="-228600">
              <a:defRPr sz="1600">
                <a:solidFill>
                  <a:schemeClr val="tx1"/>
                </a:solidFill>
                <a:latin typeface="Times New Roman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imes New Roman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imes New Roman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imes New Roman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imes New Roman" pitchFamily="18" charset="0"/>
              </a:defRPr>
            </a:lvl9pPr>
          </a:lstStyle>
          <a:p>
            <a:pPr algn="just">
              <a:lnSpc>
                <a:spcPct val="150000"/>
              </a:lnSpc>
            </a:pPr>
            <a:r>
              <a:rPr lang="es-ES" sz="1800" b="1" dirty="0">
                <a:solidFill>
                  <a:schemeClr val="accent6">
                    <a:lumMod val="75000"/>
                  </a:schemeClr>
                </a:solidFill>
                <a:latin typeface="Arial" pitchFamily="34" charset="0"/>
                <a:cs typeface="Arial" pitchFamily="34" charset="0"/>
              </a:rPr>
              <a:t>Una conexión a cada uno de los 2 ISPs = Multihomed </a:t>
            </a: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s-ES" sz="1800" dirty="0">
                <a:solidFill>
                  <a:schemeClr val="tx1">
                    <a:lumMod val="95000"/>
                    <a:lumOff val="5000"/>
                  </a:schemeClr>
                </a:solidFill>
                <a:latin typeface="Arial" pitchFamily="34" charset="0"/>
                <a:cs typeface="Arial" pitchFamily="34" charset="0"/>
              </a:rPr>
              <a:t>Esto mejora la redundancia porque si algo le sucede a un ISP, todavía tiene acceso a Internet a través del otro.</a:t>
            </a:r>
            <a:endParaRPr lang="es-MX" sz="1800" dirty="0">
              <a:solidFill>
                <a:schemeClr val="tx1">
                  <a:lumMod val="95000"/>
                  <a:lumOff val="5000"/>
                </a:schemeClr>
              </a:solidFill>
              <a:latin typeface="Arial" pitchFamily="34" charset="0"/>
              <a:cs typeface="Arial" pitchFamily="34" charset="0"/>
            </a:endParaRPr>
          </a:p>
        </p:txBody>
      </p:sp>
      <p:sp>
        <p:nvSpPr>
          <p:cNvPr id="3078" name="Text Box 6"/>
          <p:cNvSpPr txBox="1">
            <a:spLocks noChangeArrowheads="1"/>
          </p:cNvSpPr>
          <p:nvPr/>
        </p:nvSpPr>
        <p:spPr bwMode="auto">
          <a:xfrm>
            <a:off x="946497" y="394014"/>
            <a:ext cx="7539037" cy="86177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sz="1600">
                <a:solidFill>
                  <a:schemeClr val="tx1"/>
                </a:solidFill>
                <a:latin typeface="Times New Roman" pitchFamily="18" charset="0"/>
              </a:defRPr>
            </a:lvl1pPr>
            <a:lvl2pPr marL="742950" indent="-285750">
              <a:defRPr sz="1600">
                <a:solidFill>
                  <a:schemeClr val="tx1"/>
                </a:solidFill>
                <a:latin typeface="Times New Roman" pitchFamily="18" charset="0"/>
              </a:defRPr>
            </a:lvl2pPr>
            <a:lvl3pPr marL="1143000" indent="-228600">
              <a:defRPr sz="1600">
                <a:solidFill>
                  <a:schemeClr val="tx1"/>
                </a:solidFill>
                <a:latin typeface="Times New Roman" pitchFamily="18" charset="0"/>
              </a:defRPr>
            </a:lvl3pPr>
            <a:lvl4pPr marL="1600200" indent="-228600">
              <a:defRPr sz="1600">
                <a:solidFill>
                  <a:schemeClr val="tx1"/>
                </a:solidFill>
                <a:latin typeface="Times New Roman" pitchFamily="18" charset="0"/>
              </a:defRPr>
            </a:lvl4pPr>
            <a:lvl5pPr marL="2057400" indent="-228600">
              <a:defRPr sz="1600">
                <a:solidFill>
                  <a:schemeClr val="tx1"/>
                </a:solidFill>
                <a:latin typeface="Times New Roman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imes New Roman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imes New Roman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imes New Roman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imes New Roman" pitchFamily="18" charset="0"/>
              </a:defRPr>
            </a:lvl9pPr>
          </a:lstStyle>
          <a:p>
            <a:pPr algn="ctr">
              <a:spcBef>
                <a:spcPct val="50000"/>
              </a:spcBef>
            </a:pPr>
            <a:r>
              <a:rPr lang="es-MX" sz="3200" b="1" dirty="0">
                <a:solidFill>
                  <a:schemeClr val="accent4">
                    <a:lumMod val="50000"/>
                  </a:schemeClr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Dom Casual" charset="0"/>
                <a:ea typeface="+mj-ea"/>
                <a:cs typeface="+mj-cs"/>
              </a:rPr>
              <a:t>Multihomed</a:t>
            </a:r>
          </a:p>
          <a:p>
            <a:pPr algn="ctr"/>
            <a:endParaRPr lang="es-MX" sz="1800" b="1" dirty="0">
              <a:solidFill>
                <a:schemeClr val="accent3">
                  <a:lumMod val="75000"/>
                </a:schemeClr>
              </a:solidFill>
              <a:latin typeface="Dom Casual" charset="0"/>
              <a:ea typeface="+mj-ea"/>
              <a:cs typeface="+mj-cs"/>
            </a:endParaRPr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FA69A698-3C4A-4F0E-0080-F179A80AC308}"/>
              </a:ext>
            </a:extLst>
          </p:cNvPr>
          <p:cNvSpPr/>
          <p:nvPr/>
        </p:nvSpPr>
        <p:spPr>
          <a:xfrm>
            <a:off x="3563888" y="6093296"/>
            <a:ext cx="2808312" cy="57606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 dirty="0"/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80956B13-9B6F-AEFF-1C59-FE1BD818962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4462" y="2924944"/>
            <a:ext cx="6315075" cy="32861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6887008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4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7" dur="500"/>
                                        <p:tgtEl>
                                          <p:spTgt spid="266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629" grpId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9" name="Text Box 5"/>
          <p:cNvSpPr txBox="1">
            <a:spLocks noChangeArrowheads="1"/>
          </p:cNvSpPr>
          <p:nvPr/>
        </p:nvSpPr>
        <p:spPr bwMode="auto">
          <a:xfrm>
            <a:off x="755575" y="1484784"/>
            <a:ext cx="7920880" cy="87203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sz="1600">
                <a:solidFill>
                  <a:schemeClr val="tx1"/>
                </a:solidFill>
                <a:latin typeface="Times New Roman" pitchFamily="18" charset="0"/>
              </a:defRPr>
            </a:lvl1pPr>
            <a:lvl2pPr marL="742950" indent="-285750">
              <a:defRPr sz="1600">
                <a:solidFill>
                  <a:schemeClr val="tx1"/>
                </a:solidFill>
                <a:latin typeface="Times New Roman" pitchFamily="18" charset="0"/>
              </a:defRPr>
            </a:lvl2pPr>
            <a:lvl3pPr marL="1143000" indent="-228600">
              <a:defRPr sz="1600">
                <a:solidFill>
                  <a:schemeClr val="tx1"/>
                </a:solidFill>
                <a:latin typeface="Times New Roman" pitchFamily="18" charset="0"/>
              </a:defRPr>
            </a:lvl3pPr>
            <a:lvl4pPr marL="1600200" indent="-228600">
              <a:defRPr sz="1600">
                <a:solidFill>
                  <a:schemeClr val="tx1"/>
                </a:solidFill>
                <a:latin typeface="Times New Roman" pitchFamily="18" charset="0"/>
              </a:defRPr>
            </a:lvl4pPr>
            <a:lvl5pPr marL="2057400" indent="-228600">
              <a:defRPr sz="1600">
                <a:solidFill>
                  <a:schemeClr val="tx1"/>
                </a:solidFill>
                <a:latin typeface="Times New Roman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imes New Roman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imes New Roman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imes New Roman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imes New Roman" pitchFamily="18" charset="0"/>
              </a:defRPr>
            </a:lvl9pPr>
          </a:lstStyle>
          <a:p>
            <a:pPr algn="just">
              <a:lnSpc>
                <a:spcPct val="150000"/>
              </a:lnSpc>
            </a:pPr>
            <a:r>
              <a:rPr lang="es-ES" sz="1800" b="1" dirty="0">
                <a:solidFill>
                  <a:schemeClr val="accent6">
                    <a:lumMod val="75000"/>
                  </a:schemeClr>
                </a:solidFill>
                <a:latin typeface="Arial" pitchFamily="34" charset="0"/>
                <a:cs typeface="Arial" pitchFamily="34" charset="0"/>
              </a:rPr>
              <a:t>Dos conexiones a cada uno de los 2 ISPs = Dual Multihomed </a:t>
            </a: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s-ES" sz="1800" dirty="0">
                <a:solidFill>
                  <a:schemeClr val="tx1">
                    <a:lumMod val="95000"/>
                    <a:lumOff val="5000"/>
                  </a:schemeClr>
                </a:solidFill>
                <a:latin typeface="Arial" pitchFamily="34" charset="0"/>
                <a:cs typeface="Arial" pitchFamily="34" charset="0"/>
              </a:rPr>
              <a:t>Esto proporciona la mayor redundancia.</a:t>
            </a:r>
            <a:endParaRPr lang="es-MX" sz="1800" dirty="0">
              <a:solidFill>
                <a:schemeClr val="tx1">
                  <a:lumMod val="95000"/>
                  <a:lumOff val="5000"/>
                </a:schemeClr>
              </a:solidFill>
              <a:latin typeface="Arial" pitchFamily="34" charset="0"/>
              <a:cs typeface="Arial" pitchFamily="34" charset="0"/>
            </a:endParaRPr>
          </a:p>
        </p:txBody>
      </p:sp>
      <p:sp>
        <p:nvSpPr>
          <p:cNvPr id="3078" name="Text Box 6"/>
          <p:cNvSpPr txBox="1">
            <a:spLocks noChangeArrowheads="1"/>
          </p:cNvSpPr>
          <p:nvPr/>
        </p:nvSpPr>
        <p:spPr bwMode="auto">
          <a:xfrm>
            <a:off x="946497" y="394014"/>
            <a:ext cx="7539037" cy="86177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sz="1600">
                <a:solidFill>
                  <a:schemeClr val="tx1"/>
                </a:solidFill>
                <a:latin typeface="Times New Roman" pitchFamily="18" charset="0"/>
              </a:defRPr>
            </a:lvl1pPr>
            <a:lvl2pPr marL="742950" indent="-285750">
              <a:defRPr sz="1600">
                <a:solidFill>
                  <a:schemeClr val="tx1"/>
                </a:solidFill>
                <a:latin typeface="Times New Roman" pitchFamily="18" charset="0"/>
              </a:defRPr>
            </a:lvl2pPr>
            <a:lvl3pPr marL="1143000" indent="-228600">
              <a:defRPr sz="1600">
                <a:solidFill>
                  <a:schemeClr val="tx1"/>
                </a:solidFill>
                <a:latin typeface="Times New Roman" pitchFamily="18" charset="0"/>
              </a:defRPr>
            </a:lvl3pPr>
            <a:lvl4pPr marL="1600200" indent="-228600">
              <a:defRPr sz="1600">
                <a:solidFill>
                  <a:schemeClr val="tx1"/>
                </a:solidFill>
                <a:latin typeface="Times New Roman" pitchFamily="18" charset="0"/>
              </a:defRPr>
            </a:lvl4pPr>
            <a:lvl5pPr marL="2057400" indent="-228600">
              <a:defRPr sz="1600">
                <a:solidFill>
                  <a:schemeClr val="tx1"/>
                </a:solidFill>
                <a:latin typeface="Times New Roman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imes New Roman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imes New Roman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imes New Roman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imes New Roman" pitchFamily="18" charset="0"/>
              </a:defRPr>
            </a:lvl9pPr>
          </a:lstStyle>
          <a:p>
            <a:pPr algn="ctr">
              <a:spcBef>
                <a:spcPct val="50000"/>
              </a:spcBef>
            </a:pPr>
            <a:r>
              <a:rPr lang="es-MX" sz="3200" b="1" dirty="0">
                <a:solidFill>
                  <a:schemeClr val="accent4">
                    <a:lumMod val="50000"/>
                  </a:schemeClr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Dom Casual" charset="0"/>
                <a:ea typeface="+mj-ea"/>
                <a:cs typeface="+mj-cs"/>
              </a:rPr>
              <a:t>Dual Multihomed</a:t>
            </a:r>
          </a:p>
          <a:p>
            <a:pPr algn="ctr"/>
            <a:r>
              <a:rPr lang="es-MX" sz="1800" dirty="0">
                <a:solidFill>
                  <a:schemeClr val="accent4">
                    <a:lumMod val="50000"/>
                  </a:schemeClr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Dom Casual" charset="0"/>
                <a:ea typeface="+mj-ea"/>
                <a:cs typeface="+mj-cs"/>
              </a:rPr>
              <a:t>Conexiones a Internet redundantes</a:t>
            </a:r>
            <a:endParaRPr lang="es-MX" sz="2800" dirty="0">
              <a:solidFill>
                <a:schemeClr val="accent4">
                  <a:lumMod val="50000"/>
                </a:schemeClr>
              </a:solidFill>
              <a:effectLst>
                <a:outerShdw blurRad="38100" dist="38100" dir="2700000" algn="tl">
                  <a:srgbClr val="C0C0C0"/>
                </a:outerShdw>
              </a:effectLst>
              <a:latin typeface="Dom Casual" charset="0"/>
              <a:ea typeface="+mj-ea"/>
              <a:cs typeface="+mj-cs"/>
            </a:endParaRPr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FA69A698-3C4A-4F0E-0080-F179A80AC308}"/>
              </a:ext>
            </a:extLst>
          </p:cNvPr>
          <p:cNvSpPr/>
          <p:nvPr/>
        </p:nvSpPr>
        <p:spPr>
          <a:xfrm>
            <a:off x="3563888" y="6093296"/>
            <a:ext cx="2808312" cy="57606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 dirty="0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E00E4890-1905-735E-8ED1-CA58E5A6A7B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59632" y="2733913"/>
            <a:ext cx="6624736" cy="35345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87693290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4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7" dur="500"/>
                                        <p:tgtEl>
                                          <p:spTgt spid="266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629" grpId="0"/>
    </p:bldLst>
  </p:timing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2680</TotalTime>
  <Words>1728</Words>
  <Application>Microsoft Office PowerPoint</Application>
  <PresentationFormat>On-screen Show (4:3)</PresentationFormat>
  <Paragraphs>158</Paragraphs>
  <Slides>41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41</vt:i4>
      </vt:variant>
    </vt:vector>
  </HeadingPairs>
  <TitlesOfParts>
    <vt:vector size="48" baseType="lpstr">
      <vt:lpstr>Arial</vt:lpstr>
      <vt:lpstr>Calibri</vt:lpstr>
      <vt:lpstr>Courier New</vt:lpstr>
      <vt:lpstr>Dom Casual</vt:lpstr>
      <vt:lpstr>Wingdings</vt:lpstr>
      <vt:lpstr>ZapfHumnst BT</vt:lpstr>
      <vt:lpstr>Tema de Office</vt:lpstr>
      <vt:lpstr>TC 3003B Implementación de redes de área amplia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TC 2022 Interconexión de redes</dc:title>
  <dc:creator>Lizethe Pérez Fuertes</dc:creator>
  <cp:lastModifiedBy>Lizethe Pérez Fuertes</cp:lastModifiedBy>
  <cp:revision>33</cp:revision>
  <dcterms:created xsi:type="dcterms:W3CDTF">2021-02-08T03:07:42Z</dcterms:created>
  <dcterms:modified xsi:type="dcterms:W3CDTF">2025-04-03T20:41:31Z</dcterms:modified>
</cp:coreProperties>
</file>