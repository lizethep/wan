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325" r:id="rId4"/>
    <p:sldId id="326" r:id="rId5"/>
    <p:sldId id="327" r:id="rId6"/>
    <p:sldId id="328" r:id="rId7"/>
    <p:sldId id="271" r:id="rId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2819" autoAdjust="0"/>
  </p:normalViewPr>
  <p:slideViewPr>
    <p:cSldViewPr>
      <p:cViewPr varScale="1">
        <p:scale>
          <a:sx n="55" d="100"/>
          <a:sy n="55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dirty="0"/>
          </a:p>
        </p:txBody>
      </p:sp>
      <p:sp>
        <p:nvSpPr>
          <p:cNvPr id="174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E45F731-13C2-4CED-BDB7-5B5B0FDBC4E8}" type="slidenum">
              <a:rPr lang="es-MX" sz="1200" smtClean="0"/>
              <a:pPr/>
              <a:t>2</a:t>
            </a:fld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6842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13/05/2025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3033B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DHCP y DNS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0DD00D-CF48-445D-BA23-E2FE2A1FE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370" y="3638402"/>
            <a:ext cx="3089523" cy="248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4562"/>
              </p:ext>
            </p:extLst>
          </p:nvPr>
        </p:nvGraphicFramePr>
        <p:xfrm>
          <a:off x="569642" y="1792726"/>
          <a:ext cx="18192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19280" imgH="2552567" progId="PBrush">
                  <p:embed/>
                </p:oleObj>
              </mc:Choice>
              <mc:Fallback>
                <p:oleObj name="Bitmap Image" r:id="rId3" imgW="1819280" imgH="2552567" progId="PBrush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42" y="1792726"/>
                        <a:ext cx="1819275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548680"/>
            <a:ext cx="8077200" cy="641350"/>
          </a:xfrm>
          <a:prstGeom prst="rect">
            <a:avLst/>
          </a:prstGeom>
          <a:gradFill rotWithShape="0">
            <a:gsLst>
              <a:gs pos="0">
                <a:srgbClr val="185E76"/>
              </a:gs>
              <a:gs pos="50000">
                <a:srgbClr val="33CCFF"/>
              </a:gs>
              <a:gs pos="100000">
                <a:srgbClr val="185E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600" b="1" dirty="0"/>
              <a:t>Objetivo de esta sesión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18658C-33C7-4ABF-9977-CAAD440BD411}"/>
              </a:ext>
            </a:extLst>
          </p:cNvPr>
          <p:cNvSpPr txBox="1"/>
          <p:nvPr/>
        </p:nvSpPr>
        <p:spPr>
          <a:xfrm>
            <a:off x="3059832" y="2276872"/>
            <a:ext cx="4608512" cy="103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200000"/>
              </a:lnSpc>
            </a:pP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19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s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tu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di</a:t>
            </a:r>
            <a:r>
              <a:rPr b="1" spc="-26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a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cs typeface="Arial Narrow"/>
              </a:rPr>
              <a:t> 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lang="es-ES"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implementar </a:t>
            </a:r>
            <a:r>
              <a:rPr lang="es-ES"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los servicios DHCP y DNS en los ruteadores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CISC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907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15 CuadroTexto"/>
          <p:cNvSpPr txBox="1">
            <a:spLocks noChangeArrowheads="1"/>
          </p:cNvSpPr>
          <p:nvPr/>
        </p:nvSpPr>
        <p:spPr bwMode="auto">
          <a:xfrm>
            <a:off x="571500" y="2492896"/>
            <a:ext cx="72151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ynamic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onfiguration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rotocol)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4 CuadroTexto"/>
          <p:cNvSpPr txBox="1">
            <a:spLocks noChangeArrowheads="1"/>
          </p:cNvSpPr>
          <p:nvPr/>
        </p:nvSpPr>
        <p:spPr bwMode="auto">
          <a:xfrm>
            <a:off x="600595" y="3049962"/>
            <a:ext cx="7787829" cy="7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que sirve para asignar una dirección IP dinámica a dispositivos en una red. </a:t>
            </a:r>
          </a:p>
        </p:txBody>
      </p:sp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571500" y="1105119"/>
            <a:ext cx="800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 direcciones: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IP dinámicas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IP fijas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</a:t>
            </a:r>
          </a:p>
        </p:txBody>
      </p:sp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611560" y="3965912"/>
            <a:ext cx="2520280" cy="1695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un direccionamiento dinámico, un dispositivo puede obtener diferentes direcciones IP cada vez que se conecta a la red.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3574504"/>
            <a:ext cx="5029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9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5845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25760" y="1340768"/>
            <a:ext cx="80010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  <a:endParaRPr lang="es-MX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un DHCP</a:t>
            </a:r>
          </a:p>
        </p:txBody>
      </p:sp>
      <p:sp>
        <p:nvSpPr>
          <p:cNvPr id="10" name="7 CuadroTexto">
            <a:extLst>
              <a:ext uri="{FF2B5EF4-FFF2-40B4-BE49-F238E27FC236}">
                <a16:creationId xmlns:a16="http://schemas.microsoft.com/office/drawing/2014/main" id="{149D2E3D-5D75-4869-A28A-0866D7830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760" y="3140968"/>
            <a:ext cx="8001000" cy="204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Agregar configuración importante al DHCP</a:t>
            </a:r>
          </a:p>
          <a:p>
            <a:pPr lvl="1"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días horas minutos</a:t>
            </a:r>
          </a:p>
          <a:p>
            <a:pPr lvl="2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lease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0 0 20</a:t>
            </a:r>
          </a:p>
        </p:txBody>
      </p:sp>
    </p:spTree>
    <p:extLst>
      <p:ext uri="{BB962C8B-B14F-4D97-AF65-F5344CB8AC3E}">
        <p14:creationId xmlns:p14="http://schemas.microsoft.com/office/powerpoint/2010/main" val="28017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953852" y="1196752"/>
            <a:ext cx="7344816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tengamos en una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equipos terminales a los que se requiere asignar una dirección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estática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como: servidores, impresoras, cámaras web, dispositivos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etc. es importante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esas direcciones del pool para evitar duplicidad de direcciones.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¿Cuándo excluir direcciones del pool DHCP?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B6835E96-68FF-4A14-9524-A51A7A8B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852" y="2924944"/>
            <a:ext cx="7344816" cy="119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 es importante excluir la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puerta de enlace predeterminada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2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5772A933-D941-4E32-BDF8-2AFE688F3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933056"/>
            <a:ext cx="7344816" cy="93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s-MX" sz="1600" u="sng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 a  utilizar:</a:t>
            </a:r>
          </a:p>
          <a:p>
            <a:pPr algn="just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excluded-address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Dir_IP_Final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953852" y="1268760"/>
            <a:ext cx="7344816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existe variación de los comandos, pues la especificación de la IP del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asocia automáticamente con la VLAN correspondiente.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instalar un DHCP cuando tenemos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VLANs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?</a:t>
            </a:r>
          </a:p>
        </p:txBody>
      </p:sp>
      <p:sp>
        <p:nvSpPr>
          <p:cNvPr id="7" name="7 CuadroTexto">
            <a:extLst>
              <a:ext uri="{FF2B5EF4-FFF2-40B4-BE49-F238E27FC236}">
                <a16:creationId xmlns:a16="http://schemas.microsoft.com/office/drawing/2014/main" id="{FF360D6B-614F-442C-9710-4267C7B54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348880"/>
            <a:ext cx="8001000" cy="241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PoolG0/0.10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192.168.0.0 255.255.255.0</a:t>
            </a:r>
          </a:p>
          <a:p>
            <a:pPr lvl="1" algn="just">
              <a:lnSpc>
                <a:spcPct val="150000"/>
              </a:lnSpc>
            </a:pP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-server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192.200.20.1</a:t>
            </a:r>
          </a:p>
          <a:p>
            <a:pPr lvl="1" algn="just"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192.168.0.254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0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65" y="3725409"/>
            <a:ext cx="5935863" cy="2799935"/>
          </a:xfrm>
          <a:prstGeom prst="rect">
            <a:avLst/>
          </a:prstGeom>
        </p:spPr>
      </p:pic>
      <p:sp>
        <p:nvSpPr>
          <p:cNvPr id="35846" name="8 CuadroTexto"/>
          <p:cNvSpPr txBox="1">
            <a:spLocks noChangeArrowheads="1"/>
          </p:cNvSpPr>
          <p:nvPr/>
        </p:nvSpPr>
        <p:spPr bwMode="auto">
          <a:xfrm>
            <a:off x="571500" y="1196752"/>
            <a:ext cx="3286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es-MX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omain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 </a:t>
            </a:r>
            <a:r>
              <a:rPr lang="en-US" sz="1800" b="1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8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ystem)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7" name="9 CuadroTexto"/>
          <p:cNvSpPr txBox="1">
            <a:spLocks noChangeArrowheads="1"/>
          </p:cNvSpPr>
          <p:nvPr/>
        </p:nvSpPr>
        <p:spPr bwMode="auto">
          <a:xfrm>
            <a:off x="571500" y="1839388"/>
            <a:ext cx="7643813" cy="3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Internet que traduce nombres de dominio a sus direcciones IP.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Domain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Name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System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(DNS)</a:t>
            </a:r>
          </a:p>
        </p:txBody>
      </p:sp>
      <p:sp>
        <p:nvSpPr>
          <p:cNvPr id="9" name="9 CuadroTexto"/>
          <p:cNvSpPr txBox="1">
            <a:spLocks noChangeArrowheads="1"/>
          </p:cNvSpPr>
          <p:nvPr/>
        </p:nvSpPr>
        <p:spPr bwMode="auto">
          <a:xfrm>
            <a:off x="571499" y="2461377"/>
            <a:ext cx="7643814" cy="102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que usas un nombre de dominio, el servicio DNS traduce el nombre a su correspondiente dirección IP. Por ejemplo el nombre de dominio </a:t>
            </a:r>
            <a:r>
              <a:rPr lang="es-MX" sz="1600" u="sng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www.example.com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podría traducir a 198.105.232.4</a:t>
            </a:r>
          </a:p>
        </p:txBody>
      </p:sp>
    </p:spTree>
    <p:extLst>
      <p:ext uri="{BB962C8B-B14F-4D97-AF65-F5344CB8AC3E}">
        <p14:creationId xmlns:p14="http://schemas.microsoft.com/office/powerpoint/2010/main" val="2758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  <p:bldP spid="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5061</TotalTime>
  <Words>334</Words>
  <Application>Microsoft Office PowerPoint</Application>
  <PresentationFormat>On-screen Show (4:3)</PresentationFormat>
  <Paragraphs>39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Narrow</vt:lpstr>
      <vt:lpstr>Calibri</vt:lpstr>
      <vt:lpstr>Dom Casual</vt:lpstr>
      <vt:lpstr>Tema de Office</vt:lpstr>
      <vt:lpstr>Bitmap Image</vt:lpstr>
      <vt:lpstr>TC 3033B  Implementación de redes de área amplia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193</cp:revision>
  <dcterms:created xsi:type="dcterms:W3CDTF">2013-06-11T22:32:36Z</dcterms:created>
  <dcterms:modified xsi:type="dcterms:W3CDTF">2025-05-14T01:07:25Z</dcterms:modified>
</cp:coreProperties>
</file>