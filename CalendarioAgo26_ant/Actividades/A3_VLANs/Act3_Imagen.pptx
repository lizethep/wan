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366"/>
    <a:srgbClr val="660066"/>
    <a:srgbClr val="C5FC8E"/>
    <a:srgbClr val="D777FD"/>
    <a:srgbClr val="B70CFC"/>
    <a:srgbClr val="84F90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modSld">
      <pc:chgData name="Lizethe Pérez Fuertes" userId="4ae9ef87-2a7d-42f8-8dfa-0a501a9e2ff4" providerId="ADAL" clId="{FDDD45CB-1330-4033-A842-3D2746AFF7C7}" dt="2026-07-16T15:59:09.392" v="18" actId="6549"/>
      <pc:docMkLst>
        <pc:docMk/>
      </pc:docMkLst>
      <pc:sldChg chg="modSp mod">
        <pc:chgData name="Lizethe Pérez Fuertes" userId="4ae9ef87-2a7d-42f8-8dfa-0a501a9e2ff4" providerId="ADAL" clId="{FDDD45CB-1330-4033-A842-3D2746AFF7C7}" dt="2026-07-16T15:59:09.392" v="18" actId="6549"/>
        <pc:sldMkLst>
          <pc:docMk/>
          <pc:sldMk cId="4143094454" sldId="256"/>
        </pc:sldMkLst>
        <pc:spChg chg="mod">
          <ac:chgData name="Lizethe Pérez Fuertes" userId="4ae9ef87-2a7d-42f8-8dfa-0a501a9e2ff4" providerId="ADAL" clId="{FDDD45CB-1330-4033-A842-3D2746AFF7C7}" dt="2026-07-16T15:59:09.392" v="18" actId="6549"/>
          <ac:spMkLst>
            <pc:docMk/>
            <pc:sldMk cId="4143094454" sldId="256"/>
            <ac:spMk id="7" creationId="{960BEA8B-5F4D-4BA0-8AE2-6B0E2C19B93C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F1900-4615-4133-8116-968DB3843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A563615-CF72-41BB-8BB2-4731C733EC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4A98BBF-0138-4FC8-9D2D-46DE4A966E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373534-C265-4777-8336-F809BD8BA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9464E42-EE49-4DF5-AB89-4E142621C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509415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80E067-4F41-4CF0-A30D-BBFC45990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C3E316A-75AA-4601-B8A6-4919B2E9F1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80A4DC8-451B-484B-801E-05978FDD4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788A77-B9EA-4051-88BF-D57E2807F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0D54B32-234F-4911-87CA-342195B2D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1078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7674A5-D566-4949-91D5-AD0BD89230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AACDDCD-C3E4-416C-A55B-225C5DAC12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B31A82-BEA9-4BCC-BDF6-660B289E8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8EE17C-0351-423C-93A1-9069F980A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0CBA88E-1065-4397-BB94-64A04FE6D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043072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F8A62B-94DA-40C7-A813-C89A97DF93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79896D8-4F9A-44A2-B624-1116F1489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B1020B-9FBE-4B36-8B0B-9D24C4EE79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4647ABA-359A-41CF-8C66-EC54FECB61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DA41CC7-0110-40CB-BEE5-66745890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29654F-4649-4F5B-B944-EF2D1BEAB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0081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85FAEB-1FE1-4818-9CCE-B711FDD0C6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7AC6385-0C0E-4D4D-8686-0F2EA04C6E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0BE0728-0E73-4A76-B477-F009DE4662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679C551-45AB-418D-A30C-22B56BAF53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AE70F80-7802-46B2-98A1-A54AEF19B2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73DBDB8-7965-4710-8E89-B8086F20E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59EF37C1-431A-43EF-94EA-D15F81C10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9A6441A-4F2B-452F-B3EC-1F9A26E49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0136493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C8835A-B9B6-478E-A270-79CBD8634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855DC56-ECD5-4F7D-937D-719FFEA13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4AF75B7-2E32-46E2-BF1B-717B338F63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781D3D2F-1452-4B1D-8249-AAAE5E680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86984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BD5055E-5581-436C-93B4-439845B3B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A77329F-3DF3-4DB5-A55B-61EB79165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A714B0D-6903-4476-86F1-4B858F29D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574619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1142D64-B477-4AD1-A1CA-B17B9026A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D0FC05A-53FA-4101-975D-54FC22CBC7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0CD4B3A-E650-4B26-9A12-E473ABC758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3B60096-FC64-486F-97FB-BB0733E4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5E30951-ABDF-48CE-982E-144D6C62C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D313DB2-5E95-40E3-9A73-3DADB355AC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866389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4241D1-5585-4575-B188-5A62CE10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8045E4A-1B79-42A9-8EAE-0F586B4A09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2380E1C-FD9E-483D-B87C-1D3F8D4757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4841B46-FDBB-4330-9F50-C5643DD2A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79C05ED-467D-4D60-ACAA-3E2ACBDA2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742679D-4769-4574-8FE9-05266EABE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7358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C196CB-9B2A-4DFA-A484-5E47F9F33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FE9BF41-E5D3-4F20-B906-B10A67597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F0BE17-D5AC-4438-9F5D-520A185F01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3A95A64-F2F1-4F9B-8D63-DFAAB916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EF7B753-B720-4CB5-AAB0-7E261DE4C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97171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43CC19E-56DD-43F3-A6A2-9816BBE2FA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0EA2BE8-2AD9-496E-9C5D-8C4426D857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AECAC40-0CC1-458F-BAF2-71C6DA0D1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15E5AB4-44A3-476E-8DEC-F82CED324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9BC954-1439-462D-8152-A7C683DBE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17101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5CA95848-730F-4BFC-833C-0787E8F3E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6AEEF31-4CD2-4B7F-93C1-8A6A840183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79903A9-E534-480A-9490-7A53ADA024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F7B5AE-D652-47DA-814F-E8FBF0FA59F4}" type="datetimeFigureOut">
              <a:rPr lang="es-MX" smtClean="0"/>
              <a:t>16/07/2026</a:t>
            </a:fld>
            <a:endParaRPr lang="es-MX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15C8E76-D44D-4DC6-90EC-0AD6616C79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E40BEF2-7AC2-43BB-AFA4-5070249853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BAABB9-4F2D-4139-9EBD-9AF8E27F9923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166560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uadroTexto 8">
            <a:extLst>
              <a:ext uri="{FF2B5EF4-FFF2-40B4-BE49-F238E27FC236}">
                <a16:creationId xmlns:a16="http://schemas.microsoft.com/office/drawing/2014/main" id="{C81A6F91-28D8-46C7-9667-520048885A25}"/>
              </a:ext>
            </a:extLst>
          </p:cNvPr>
          <p:cNvSpPr txBox="1"/>
          <p:nvPr/>
        </p:nvSpPr>
        <p:spPr>
          <a:xfrm>
            <a:off x="3505235" y="250711"/>
            <a:ext cx="479810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sz="2400" b="1" dirty="0">
                <a:latin typeface="Century Gothic" panose="020B0502020202020204" pitchFamily="34" charset="0"/>
              </a:rPr>
              <a:t>Actividad 3: Ruteo entre VLANs</a:t>
            </a:r>
            <a:endParaRPr lang="es-MX" sz="2400" b="1" dirty="0">
              <a:latin typeface="Century Gothic" panose="020B0502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D44C038-4E55-4AD4-E20B-2E04BFB3C7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5555" y="876949"/>
            <a:ext cx="5157468" cy="4562375"/>
          </a:xfrm>
          <a:prstGeom prst="rect">
            <a:avLst/>
          </a:prstGeom>
        </p:spPr>
      </p:pic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60BEA8B-5F4D-4BA0-8AE2-6B0E2C19B93C}"/>
              </a:ext>
            </a:extLst>
          </p:cNvPr>
          <p:cNvSpPr/>
          <p:nvPr/>
        </p:nvSpPr>
        <p:spPr>
          <a:xfrm>
            <a:off x="6121617" y="1386593"/>
            <a:ext cx="2516585" cy="731425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VLAN 100: </a:t>
            </a:r>
            <a:r>
              <a:rPr lang="es-ES" b="1" dirty="0" err="1">
                <a:solidFill>
                  <a:schemeClr val="tx1"/>
                </a:solidFill>
              </a:rPr>
              <a:t>Gestion</a:t>
            </a:r>
            <a:endParaRPr lang="es-ES" b="1" dirty="0">
              <a:solidFill>
                <a:schemeClr val="tx1"/>
              </a:solidFill>
            </a:endParaRPr>
          </a:p>
          <a:p>
            <a:pPr algn="ctr"/>
            <a:r>
              <a:rPr lang="es-ES" b="1" dirty="0">
                <a:solidFill>
                  <a:schemeClr val="tx1"/>
                </a:solidFill>
              </a:rPr>
              <a:t>192.168.1.0 /24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11D71AE-1F03-44EF-BC92-9E25EC054245}"/>
              </a:ext>
            </a:extLst>
          </p:cNvPr>
          <p:cNvSpPr/>
          <p:nvPr/>
        </p:nvSpPr>
        <p:spPr>
          <a:xfrm>
            <a:off x="6231260" y="5615338"/>
            <a:ext cx="2516585" cy="731425"/>
          </a:xfrm>
          <a:prstGeom prst="roundRect">
            <a:avLst/>
          </a:prstGeom>
          <a:solidFill>
            <a:srgbClr val="D777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VLAN 20: Faculty</a:t>
            </a:r>
          </a:p>
          <a:p>
            <a:pPr algn="ctr"/>
            <a:r>
              <a:rPr lang="es-ES" b="1" dirty="0">
                <a:solidFill>
                  <a:schemeClr val="tx1"/>
                </a:solidFill>
              </a:rPr>
              <a:t>192.168.20.0 /24</a:t>
            </a:r>
            <a:endParaRPr lang="es-MX" b="1" dirty="0">
              <a:solidFill>
                <a:schemeClr val="tx1"/>
              </a:solidFill>
            </a:endParaRPr>
          </a:p>
        </p:txBody>
      </p:sp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EA4CD8BF-D2A3-4EAE-9B5C-8BA1B0989606}"/>
              </a:ext>
            </a:extLst>
          </p:cNvPr>
          <p:cNvSpPr/>
          <p:nvPr/>
        </p:nvSpPr>
        <p:spPr>
          <a:xfrm>
            <a:off x="3444157" y="5603898"/>
            <a:ext cx="2516585" cy="731425"/>
          </a:xfrm>
          <a:prstGeom prst="roundRect">
            <a:avLst/>
          </a:prstGeom>
          <a:solidFill>
            <a:srgbClr val="C5FC8E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b="1" dirty="0">
                <a:solidFill>
                  <a:schemeClr val="tx1"/>
                </a:solidFill>
              </a:rPr>
              <a:t>VLAN 10: Students</a:t>
            </a:r>
          </a:p>
          <a:p>
            <a:pPr algn="ctr"/>
            <a:r>
              <a:rPr lang="es-ES" b="1" dirty="0">
                <a:solidFill>
                  <a:schemeClr val="tx1"/>
                </a:solidFill>
              </a:rPr>
              <a:t>192.168.10.0 /24</a:t>
            </a:r>
            <a:endParaRPr lang="es-MX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309445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244</TotalTime>
  <Words>27</Words>
  <Application>Microsoft Office PowerPoint</Application>
  <PresentationFormat>Panorámica</PresentationFormat>
  <Paragraphs>7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Century Gothic</vt:lpstr>
      <vt:lpstr>Tema de Office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Lizethe Pérez Fuertes</dc:creator>
  <cp:lastModifiedBy>Lizethe Pérez Fuertes</cp:lastModifiedBy>
  <cp:revision>7</cp:revision>
  <dcterms:created xsi:type="dcterms:W3CDTF">2021-04-07T19:49:00Z</dcterms:created>
  <dcterms:modified xsi:type="dcterms:W3CDTF">2026-07-16T15:59:17Z</dcterms:modified>
</cp:coreProperties>
</file>